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andali" charset="1" panose="02000600000000000000"/>
      <p:regular r:id="rId28"/>
    </p:embeddedFont>
    <p:embeddedFont>
      <p:font typeface="Arimo Bold" charset="1" panose="020B0704020202020204"/>
      <p:regular r:id="rId29"/>
    </p:embeddedFont>
    <p:embeddedFont>
      <p:font typeface="Arial Bold" charset="1" panose="020B0802020202020204"/>
      <p:regular r:id="rId30"/>
    </p:embeddedFont>
    <p:embeddedFont>
      <p:font typeface="Arial" charset="1" panose="020B0502020202020204"/>
      <p:regular r:id="rId32"/>
    </p:embeddedFont>
    <p:embeddedFont>
      <p:font typeface="Arimo" charset="1" panose="020B0604020202020204"/>
      <p:regular r:id="rId37"/>
    </p:embeddedFont>
    <p:embeddedFont>
      <p:font typeface="Nanum Gothic Bold" charset="1" panose="020D0804000000000000"/>
      <p:regular r:id="rId42"/>
    </p:embeddedFont>
    <p:embeddedFont>
      <p:font typeface="Nanum Gothic" charset="1" panose="020D0604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Relationship Id="rId6" Target="../media/VAGpLQcsEOI.mp4" Type="http://schemas.openxmlformats.org/officeDocument/2006/relationships/video"/><Relationship Id="rId7" Target="../media/VAGpLQcsEOI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5.png" Type="http://schemas.openxmlformats.org/officeDocument/2006/relationships/image"/><Relationship Id="rId6" Target="../embeddings/oleObject1.bin" Type="http://schemas.openxmlformats.org/officeDocument/2006/relationships/oleObject"/><Relationship Id="rId7" Target="../media/image16.jpeg" Type="http://schemas.openxmlformats.org/officeDocument/2006/relationships/image"/><Relationship Id="rId8" Target="../media/VAGpK6kk5V4.mp4" Type="http://schemas.openxmlformats.org/officeDocument/2006/relationships/video"/><Relationship Id="rId9" Target="../media/VAGpK6kk5V4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419" y="604448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7" y="0"/>
                </a:lnTo>
                <a:lnTo>
                  <a:pt x="1602057" y="364861"/>
                </a:lnTo>
                <a:lnTo>
                  <a:pt x="0" y="364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48872" y="9512493"/>
            <a:ext cx="3341048" cy="35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9">
                <a:solidFill>
                  <a:srgbClr val="FFFFFF"/>
                </a:solidFill>
                <a:latin typeface="Mandali"/>
                <a:ea typeface="Mandali"/>
                <a:cs typeface="Mandali"/>
                <a:sym typeface="Mandali"/>
              </a:rPr>
              <a:t>Make it possible</a:t>
            </a:r>
          </a:p>
        </p:txBody>
      </p:sp>
      <p:sp>
        <p:nvSpPr>
          <p:cNvPr name="Freeform 5" id="5" descr="텍스트, 클립아트이(가) 표시된 사진  자동 생성된 설명"/>
          <p:cNvSpPr/>
          <p:nvPr/>
        </p:nvSpPr>
        <p:spPr>
          <a:xfrm flipH="false" flipV="false" rot="0">
            <a:off x="14866446" y="8743950"/>
            <a:ext cx="2891330" cy="759018"/>
          </a:xfrm>
          <a:custGeom>
            <a:avLst/>
            <a:gdLst/>
            <a:ahLst/>
            <a:cxnLst/>
            <a:rect r="r" b="b" t="t" l="l"/>
            <a:pathLst>
              <a:path h="759018" w="2891330">
                <a:moveTo>
                  <a:pt x="0" y="0"/>
                </a:moveTo>
                <a:lnTo>
                  <a:pt x="2891330" y="0"/>
                </a:lnTo>
                <a:lnTo>
                  <a:pt x="2891330" y="759018"/>
                </a:lnTo>
                <a:lnTo>
                  <a:pt x="0" y="759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40" t="0" r="-94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1336170" y="3392172"/>
            <a:ext cx="0" cy="1689078"/>
          </a:xfrm>
          <a:prstGeom prst="line">
            <a:avLst/>
          </a:prstGeom>
          <a:ln cap="rnd" w="47625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87971" y="3293859"/>
            <a:ext cx="12143507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spc="-15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개발자 트랙 미니프로젝트  4차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7920"/>
              </a:lnSpc>
            </a:pPr>
            <a:r>
              <a:rPr lang="en-US" b="true" sz="6600" spc="-1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웹 기반 도서 </a:t>
            </a:r>
            <a:r>
              <a:rPr lang="en-US" b="true" sz="6600" spc="-1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관리 시스템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7971" y="5335116"/>
            <a:ext cx="607843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50">
                <a:solidFill>
                  <a:srgbClr val="1F6765"/>
                </a:solidFill>
                <a:latin typeface="Arimo Bold"/>
                <a:ea typeface="Arimo Bold"/>
                <a:cs typeface="Arimo Bold"/>
                <a:sym typeface="Arimo Bold"/>
              </a:rPr>
              <a:t>AI 07반 20조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7971" y="6192366"/>
            <a:ext cx="1145500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4200" spc="-15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송현정, 황규희, 조은형, 조하민, 최진호, 장우진, 최태환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5705" y="1733775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3394167" y="5876036"/>
            <a:ext cx="3838544" cy="3090028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목차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2955" y="2049268"/>
            <a:ext cx="9366941" cy="759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2237" indent="-451118" lvl="1">
              <a:lnSpc>
                <a:spcPts val="10447"/>
              </a:lnSpc>
              <a:buAutoNum type="arabicPeriod" startAt="1"/>
            </a:pPr>
            <a:r>
              <a:rPr lang="en-US" b="true" sz="4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종합 결과</a:t>
            </a:r>
          </a:p>
          <a:p>
            <a:pPr algn="l" marL="902237" indent="-451118" lvl="1">
              <a:lnSpc>
                <a:spcPts val="10447"/>
              </a:lnSpc>
              <a:buAutoNum type="arabicPeriod" startAt="1"/>
            </a:pPr>
            <a:r>
              <a:rPr lang="en-US" b="true" sz="4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API 명세 / 워크플로우</a:t>
            </a:r>
          </a:p>
          <a:p>
            <a:pPr algn="l" marL="902237" indent="-451118" lvl="1">
              <a:lnSpc>
                <a:spcPts val="10447"/>
              </a:lnSpc>
              <a:buAutoNum type="arabicPeriod" startAt="1"/>
            </a:pPr>
            <a:r>
              <a:rPr lang="en-US" b="true" sz="4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프론트엔드</a:t>
            </a:r>
          </a:p>
          <a:p>
            <a:pPr algn="l" marL="902237" indent="-451118" lvl="1">
              <a:lnSpc>
                <a:spcPts val="10447"/>
              </a:lnSpc>
              <a:buAutoNum type="arabicPeriod" startAt="1"/>
            </a:pPr>
            <a:r>
              <a:rPr lang="en-US" b="true" sz="4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Postman 테스트 결과</a:t>
            </a:r>
          </a:p>
          <a:p>
            <a:pPr algn="l" marL="902237" indent="-451118" lvl="1">
              <a:lnSpc>
                <a:spcPts val="10447"/>
              </a:lnSpc>
              <a:buAutoNum type="arabicPeriod" startAt="1"/>
            </a:pPr>
            <a:r>
              <a:rPr lang="en-US" b="true" sz="4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도서 기반 AI 콘텐츠 생성 파이프라인</a:t>
            </a:r>
          </a:p>
          <a:p>
            <a:pPr algn="l">
              <a:lnSpc>
                <a:spcPts val="8706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6020098" y="8263890"/>
            <a:ext cx="1430655" cy="869632"/>
            <a:chOff x="0" y="0"/>
            <a:chExt cx="1907540" cy="11595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9530" y="-12700"/>
              <a:ext cx="1818640" cy="1121410"/>
            </a:xfrm>
            <a:custGeom>
              <a:avLst/>
              <a:gdLst/>
              <a:ahLst/>
              <a:cxnLst/>
              <a:rect r="r" b="b" t="t" l="l"/>
              <a:pathLst>
                <a:path h="1121410" w="1818640">
                  <a:moveTo>
                    <a:pt x="26670" y="185420"/>
                  </a:moveTo>
                  <a:cubicBezTo>
                    <a:pt x="407670" y="162560"/>
                    <a:pt x="426720" y="142240"/>
                    <a:pt x="469900" y="133350"/>
                  </a:cubicBezTo>
                  <a:cubicBezTo>
                    <a:pt x="524510" y="120650"/>
                    <a:pt x="594360" y="127000"/>
                    <a:pt x="661670" y="116840"/>
                  </a:cubicBezTo>
                  <a:cubicBezTo>
                    <a:pt x="739140" y="105410"/>
                    <a:pt x="801370" y="74930"/>
                    <a:pt x="906780" y="63500"/>
                  </a:cubicBezTo>
                  <a:cubicBezTo>
                    <a:pt x="1093470" y="43180"/>
                    <a:pt x="1602740" y="11430"/>
                    <a:pt x="1694180" y="64770"/>
                  </a:cubicBezTo>
                  <a:cubicBezTo>
                    <a:pt x="1722120" y="81280"/>
                    <a:pt x="1722120" y="97790"/>
                    <a:pt x="1731010" y="129540"/>
                  </a:cubicBezTo>
                  <a:cubicBezTo>
                    <a:pt x="1747520" y="193040"/>
                    <a:pt x="1723390" y="379730"/>
                    <a:pt x="1736090" y="439420"/>
                  </a:cubicBezTo>
                  <a:cubicBezTo>
                    <a:pt x="1741170" y="464820"/>
                    <a:pt x="1752600" y="466090"/>
                    <a:pt x="1758950" y="492760"/>
                  </a:cubicBezTo>
                  <a:cubicBezTo>
                    <a:pt x="1774190" y="561340"/>
                    <a:pt x="1762760" y="805180"/>
                    <a:pt x="1778000" y="880110"/>
                  </a:cubicBezTo>
                  <a:cubicBezTo>
                    <a:pt x="1784350" y="911860"/>
                    <a:pt x="1797050" y="919480"/>
                    <a:pt x="1802130" y="946150"/>
                  </a:cubicBezTo>
                  <a:cubicBezTo>
                    <a:pt x="1809750" y="985520"/>
                    <a:pt x="1818640" y="1066800"/>
                    <a:pt x="1805940" y="1094740"/>
                  </a:cubicBezTo>
                  <a:cubicBezTo>
                    <a:pt x="1800860" y="1108710"/>
                    <a:pt x="1788160" y="1120140"/>
                    <a:pt x="1779270" y="1120140"/>
                  </a:cubicBezTo>
                  <a:cubicBezTo>
                    <a:pt x="1771650" y="1121410"/>
                    <a:pt x="1758950" y="1108710"/>
                    <a:pt x="1756410" y="1101090"/>
                  </a:cubicBezTo>
                  <a:cubicBezTo>
                    <a:pt x="1753870" y="1093470"/>
                    <a:pt x="1757680" y="1083310"/>
                    <a:pt x="1762760" y="1078230"/>
                  </a:cubicBezTo>
                  <a:cubicBezTo>
                    <a:pt x="1769110" y="1073150"/>
                    <a:pt x="1785620" y="1069340"/>
                    <a:pt x="1793240" y="1073150"/>
                  </a:cubicBezTo>
                  <a:cubicBezTo>
                    <a:pt x="1799590" y="1075690"/>
                    <a:pt x="1807210" y="1085850"/>
                    <a:pt x="1805940" y="1092200"/>
                  </a:cubicBezTo>
                  <a:cubicBezTo>
                    <a:pt x="1805940" y="1101090"/>
                    <a:pt x="1790700" y="1120140"/>
                    <a:pt x="1783080" y="1120140"/>
                  </a:cubicBezTo>
                  <a:cubicBezTo>
                    <a:pt x="1774190" y="1121410"/>
                    <a:pt x="1761490" y="1109980"/>
                    <a:pt x="1755140" y="1096010"/>
                  </a:cubicBezTo>
                  <a:cubicBezTo>
                    <a:pt x="1742440" y="1066800"/>
                    <a:pt x="1758950" y="977900"/>
                    <a:pt x="1750060" y="938530"/>
                  </a:cubicBezTo>
                  <a:cubicBezTo>
                    <a:pt x="1744980" y="914400"/>
                    <a:pt x="1733550" y="909320"/>
                    <a:pt x="1727200" y="880110"/>
                  </a:cubicBezTo>
                  <a:cubicBezTo>
                    <a:pt x="1713230" y="812800"/>
                    <a:pt x="1724660" y="607060"/>
                    <a:pt x="1711960" y="529590"/>
                  </a:cubicBezTo>
                  <a:cubicBezTo>
                    <a:pt x="1705610" y="490220"/>
                    <a:pt x="1691640" y="481330"/>
                    <a:pt x="1685290" y="441960"/>
                  </a:cubicBezTo>
                  <a:cubicBezTo>
                    <a:pt x="1673860" y="367030"/>
                    <a:pt x="1744980" y="171450"/>
                    <a:pt x="1673860" y="104140"/>
                  </a:cubicBezTo>
                  <a:cubicBezTo>
                    <a:pt x="1564640" y="0"/>
                    <a:pt x="1037590" y="93980"/>
                    <a:pt x="859790" y="116840"/>
                  </a:cubicBezTo>
                  <a:cubicBezTo>
                    <a:pt x="770890" y="129540"/>
                    <a:pt x="726440" y="157480"/>
                    <a:pt x="662940" y="167640"/>
                  </a:cubicBezTo>
                  <a:cubicBezTo>
                    <a:pt x="603250" y="176530"/>
                    <a:pt x="541020" y="168910"/>
                    <a:pt x="487680" y="180340"/>
                  </a:cubicBezTo>
                  <a:cubicBezTo>
                    <a:pt x="441960" y="189230"/>
                    <a:pt x="412750" y="213360"/>
                    <a:pt x="361950" y="222250"/>
                  </a:cubicBezTo>
                  <a:cubicBezTo>
                    <a:pt x="292100" y="236220"/>
                    <a:pt x="163830" y="236220"/>
                    <a:pt x="100330" y="236220"/>
                  </a:cubicBezTo>
                  <a:cubicBezTo>
                    <a:pt x="63500" y="236220"/>
                    <a:pt x="30480" y="242570"/>
                    <a:pt x="13970" y="233680"/>
                  </a:cubicBezTo>
                  <a:cubicBezTo>
                    <a:pt x="5080" y="227330"/>
                    <a:pt x="0" y="215900"/>
                    <a:pt x="1270" y="208280"/>
                  </a:cubicBezTo>
                  <a:cubicBezTo>
                    <a:pt x="2540" y="199390"/>
                    <a:pt x="26670" y="185420"/>
                    <a:pt x="26670" y="185420"/>
                  </a:cubicBezTo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978188" y="8432482"/>
            <a:ext cx="1440180" cy="811530"/>
            <a:chOff x="0" y="0"/>
            <a:chExt cx="1920240" cy="1082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8260" y="46990"/>
              <a:ext cx="1824990" cy="985520"/>
            </a:xfrm>
            <a:custGeom>
              <a:avLst/>
              <a:gdLst/>
              <a:ahLst/>
              <a:cxnLst/>
              <a:rect r="r" b="b" t="t" l="l"/>
              <a:pathLst>
                <a:path h="985520" w="1824990">
                  <a:moveTo>
                    <a:pt x="41910" y="3810"/>
                  </a:moveTo>
                  <a:cubicBezTo>
                    <a:pt x="88900" y="48260"/>
                    <a:pt x="119380" y="124460"/>
                    <a:pt x="134620" y="184150"/>
                  </a:cubicBezTo>
                  <a:cubicBezTo>
                    <a:pt x="149860" y="251460"/>
                    <a:pt x="138430" y="360680"/>
                    <a:pt x="151130" y="408940"/>
                  </a:cubicBezTo>
                  <a:cubicBezTo>
                    <a:pt x="156210" y="433070"/>
                    <a:pt x="168910" y="439420"/>
                    <a:pt x="172720" y="461010"/>
                  </a:cubicBezTo>
                  <a:cubicBezTo>
                    <a:pt x="180340" y="491490"/>
                    <a:pt x="172720" y="528320"/>
                    <a:pt x="179070" y="576580"/>
                  </a:cubicBezTo>
                  <a:cubicBezTo>
                    <a:pt x="189230" y="662940"/>
                    <a:pt x="205740" y="896620"/>
                    <a:pt x="248920" y="930910"/>
                  </a:cubicBezTo>
                  <a:cubicBezTo>
                    <a:pt x="267970" y="944880"/>
                    <a:pt x="289560" y="932180"/>
                    <a:pt x="314960" y="927100"/>
                  </a:cubicBezTo>
                  <a:cubicBezTo>
                    <a:pt x="350520" y="919480"/>
                    <a:pt x="394970" y="892810"/>
                    <a:pt x="436880" y="880110"/>
                  </a:cubicBezTo>
                  <a:cubicBezTo>
                    <a:pt x="481330" y="868680"/>
                    <a:pt x="530860" y="871220"/>
                    <a:pt x="576580" y="857250"/>
                  </a:cubicBezTo>
                  <a:cubicBezTo>
                    <a:pt x="623570" y="843280"/>
                    <a:pt x="673100" y="803910"/>
                    <a:pt x="716280" y="793750"/>
                  </a:cubicBezTo>
                  <a:cubicBezTo>
                    <a:pt x="749300" y="784860"/>
                    <a:pt x="764540" y="787400"/>
                    <a:pt x="811530" y="786130"/>
                  </a:cubicBezTo>
                  <a:cubicBezTo>
                    <a:pt x="939800" y="782320"/>
                    <a:pt x="1381760" y="787400"/>
                    <a:pt x="1540510" y="800100"/>
                  </a:cubicBezTo>
                  <a:cubicBezTo>
                    <a:pt x="1619250" y="805180"/>
                    <a:pt x="1666240" y="807720"/>
                    <a:pt x="1715770" y="822960"/>
                  </a:cubicBezTo>
                  <a:cubicBezTo>
                    <a:pt x="1756410" y="835660"/>
                    <a:pt x="1813560" y="858520"/>
                    <a:pt x="1821180" y="875030"/>
                  </a:cubicBezTo>
                  <a:cubicBezTo>
                    <a:pt x="1824990" y="883920"/>
                    <a:pt x="1819910" y="894080"/>
                    <a:pt x="1814830" y="899160"/>
                  </a:cubicBezTo>
                  <a:cubicBezTo>
                    <a:pt x="1809750" y="904240"/>
                    <a:pt x="1798320" y="906780"/>
                    <a:pt x="1791970" y="905510"/>
                  </a:cubicBezTo>
                  <a:cubicBezTo>
                    <a:pt x="1785620" y="905510"/>
                    <a:pt x="1775460" y="897890"/>
                    <a:pt x="1772920" y="891540"/>
                  </a:cubicBezTo>
                  <a:cubicBezTo>
                    <a:pt x="1770380" y="885190"/>
                    <a:pt x="1770380" y="873760"/>
                    <a:pt x="1774190" y="867410"/>
                  </a:cubicBezTo>
                  <a:cubicBezTo>
                    <a:pt x="1778000" y="862330"/>
                    <a:pt x="1788160" y="855980"/>
                    <a:pt x="1794510" y="855980"/>
                  </a:cubicBezTo>
                  <a:cubicBezTo>
                    <a:pt x="1802130" y="855980"/>
                    <a:pt x="1812290" y="859790"/>
                    <a:pt x="1816100" y="866140"/>
                  </a:cubicBezTo>
                  <a:cubicBezTo>
                    <a:pt x="1821180" y="871220"/>
                    <a:pt x="1822450" y="882650"/>
                    <a:pt x="1819910" y="889000"/>
                  </a:cubicBezTo>
                  <a:cubicBezTo>
                    <a:pt x="1817370" y="896620"/>
                    <a:pt x="1805940" y="905510"/>
                    <a:pt x="1794510" y="906780"/>
                  </a:cubicBezTo>
                  <a:cubicBezTo>
                    <a:pt x="1775460" y="908050"/>
                    <a:pt x="1743710" y="881380"/>
                    <a:pt x="1710690" y="873760"/>
                  </a:cubicBezTo>
                  <a:cubicBezTo>
                    <a:pt x="1664970" y="861060"/>
                    <a:pt x="1617980" y="855980"/>
                    <a:pt x="1540510" y="850900"/>
                  </a:cubicBezTo>
                  <a:cubicBezTo>
                    <a:pt x="1374140" y="838200"/>
                    <a:pt x="920750" y="807720"/>
                    <a:pt x="754380" y="839470"/>
                  </a:cubicBezTo>
                  <a:cubicBezTo>
                    <a:pt x="673100" y="853440"/>
                    <a:pt x="633730" y="892810"/>
                    <a:pt x="580390" y="908050"/>
                  </a:cubicBezTo>
                  <a:cubicBezTo>
                    <a:pt x="535940" y="920750"/>
                    <a:pt x="492760" y="918210"/>
                    <a:pt x="455930" y="928370"/>
                  </a:cubicBezTo>
                  <a:cubicBezTo>
                    <a:pt x="426720" y="935990"/>
                    <a:pt x="405130" y="951230"/>
                    <a:pt x="375920" y="960120"/>
                  </a:cubicBezTo>
                  <a:cubicBezTo>
                    <a:pt x="342900" y="970280"/>
                    <a:pt x="292100" y="985520"/>
                    <a:pt x="264160" y="984250"/>
                  </a:cubicBezTo>
                  <a:cubicBezTo>
                    <a:pt x="245110" y="982980"/>
                    <a:pt x="232410" y="979170"/>
                    <a:pt x="219710" y="971550"/>
                  </a:cubicBezTo>
                  <a:cubicBezTo>
                    <a:pt x="207010" y="963930"/>
                    <a:pt x="195580" y="955040"/>
                    <a:pt x="187960" y="938530"/>
                  </a:cubicBezTo>
                  <a:cubicBezTo>
                    <a:pt x="175260" y="910590"/>
                    <a:pt x="186690" y="854710"/>
                    <a:pt x="180340" y="803910"/>
                  </a:cubicBezTo>
                  <a:cubicBezTo>
                    <a:pt x="170180" y="737870"/>
                    <a:pt x="137160" y="642620"/>
                    <a:pt x="128270" y="577850"/>
                  </a:cubicBezTo>
                  <a:cubicBezTo>
                    <a:pt x="120650" y="529590"/>
                    <a:pt x="127000" y="481330"/>
                    <a:pt x="119380" y="452120"/>
                  </a:cubicBezTo>
                  <a:cubicBezTo>
                    <a:pt x="115570" y="434340"/>
                    <a:pt x="105410" y="431800"/>
                    <a:pt x="100330" y="412750"/>
                  </a:cubicBezTo>
                  <a:cubicBezTo>
                    <a:pt x="90170" y="372110"/>
                    <a:pt x="101600" y="269240"/>
                    <a:pt x="88900" y="207010"/>
                  </a:cubicBezTo>
                  <a:cubicBezTo>
                    <a:pt x="77470" y="153670"/>
                    <a:pt x="55880" y="88900"/>
                    <a:pt x="35560" y="59690"/>
                  </a:cubicBezTo>
                  <a:cubicBezTo>
                    <a:pt x="25400" y="44450"/>
                    <a:pt x="5080" y="41910"/>
                    <a:pt x="2540" y="31750"/>
                  </a:cubicBezTo>
                  <a:cubicBezTo>
                    <a:pt x="0" y="22860"/>
                    <a:pt x="6350" y="8890"/>
                    <a:pt x="12700" y="3810"/>
                  </a:cubicBezTo>
                  <a:cubicBezTo>
                    <a:pt x="19050" y="0"/>
                    <a:pt x="41910" y="3810"/>
                    <a:pt x="41910" y="3810"/>
                  </a:cubicBezTo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2490" t="0" r="2646" b="0"/>
          <a:stretch>
            <a:fillRect/>
          </a:stretch>
        </p:blipFill>
        <p:spPr>
          <a:xfrm flipH="false" flipV="false" rot="0">
            <a:off x="4286274" y="1714293"/>
            <a:ext cx="10007548" cy="791209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종합 결과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7660" y="1990578"/>
            <a:ext cx="85223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4284" indent="-8214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시연영상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6050" y="3081296"/>
            <a:ext cx="17188672" cy="5178088"/>
          </a:xfrm>
          <a:custGeom>
            <a:avLst/>
            <a:gdLst/>
            <a:ahLst/>
            <a:cxnLst/>
            <a:rect r="r" b="b" t="t" l="l"/>
            <a:pathLst>
              <a:path h="5178088" w="17188672">
                <a:moveTo>
                  <a:pt x="0" y="0"/>
                </a:moveTo>
                <a:lnTo>
                  <a:pt x="17188673" y="0"/>
                </a:lnTo>
                <a:lnTo>
                  <a:pt x="17188673" y="5178088"/>
                </a:lnTo>
                <a:lnTo>
                  <a:pt x="0" y="5178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2 - 1. API 명세서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50345" y="2872882"/>
            <a:ext cx="12716187" cy="6453465"/>
          </a:xfrm>
          <a:custGeom>
            <a:avLst/>
            <a:gdLst/>
            <a:ahLst/>
            <a:cxnLst/>
            <a:rect r="r" b="b" t="t" l="l"/>
            <a:pathLst>
              <a:path h="6453465" w="12716187">
                <a:moveTo>
                  <a:pt x="0" y="0"/>
                </a:moveTo>
                <a:lnTo>
                  <a:pt x="12716187" y="0"/>
                </a:lnTo>
                <a:lnTo>
                  <a:pt x="12716187" y="6453465"/>
                </a:lnTo>
                <a:lnTo>
                  <a:pt x="0" y="6453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2 - 2. 워크플로우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6050" y="2099847"/>
            <a:ext cx="85223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도서 등록 및 표지 자동화 흐름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7568" y="2709491"/>
            <a:ext cx="5378184" cy="3498955"/>
          </a:xfrm>
          <a:custGeom>
            <a:avLst/>
            <a:gdLst/>
            <a:ahLst/>
            <a:cxnLst/>
            <a:rect r="r" b="b" t="t" l="l"/>
            <a:pathLst>
              <a:path h="3498955" w="5378184">
                <a:moveTo>
                  <a:pt x="0" y="0"/>
                </a:moveTo>
                <a:lnTo>
                  <a:pt x="5378184" y="0"/>
                </a:lnTo>
                <a:lnTo>
                  <a:pt x="5378184" y="3498955"/>
                </a:lnTo>
                <a:lnTo>
                  <a:pt x="0" y="34989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243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786572" y="2700446"/>
            <a:ext cx="6191079" cy="6692790"/>
          </a:xfrm>
          <a:custGeom>
            <a:avLst/>
            <a:gdLst/>
            <a:ahLst/>
            <a:cxnLst/>
            <a:rect r="r" b="b" t="t" l="l"/>
            <a:pathLst>
              <a:path h="6692790" w="6191079">
                <a:moveTo>
                  <a:pt x="0" y="0"/>
                </a:moveTo>
                <a:lnTo>
                  <a:pt x="6191080" y="0"/>
                </a:lnTo>
                <a:lnTo>
                  <a:pt x="6191080" y="6692789"/>
                </a:lnTo>
                <a:lnTo>
                  <a:pt x="0" y="6692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567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75097" y="587333"/>
            <a:ext cx="109947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 spc="-12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MUI 컴포넌트 오버라이딩을 통한 디자인 통일성과 생산성 향상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7228" y="2031682"/>
            <a:ext cx="155563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0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MUI의 createTheme() → ThemeProvider를 활용해 프로젝트 전체에 적용할 기본 스타일을 통일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6864" y="6303861"/>
            <a:ext cx="6491486" cy="336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9" indent="-280674" lvl="1">
              <a:lnSpc>
                <a:spcPts val="3302"/>
              </a:lnSpc>
              <a:buFont typeface="Arial"/>
              <a:buChar char="•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디자인 통일성</a:t>
            </a:r>
          </a:p>
          <a:p>
            <a:pPr algn="l" marL="1122697" indent="-374232" lvl="2">
              <a:lnSpc>
                <a:spcPts val="3302"/>
              </a:lnSpc>
              <a:buFont typeface="Arial"/>
              <a:buChar char="⚬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전역 스타일 관리로 UI 일관성 확보</a:t>
            </a:r>
          </a:p>
          <a:p>
            <a:pPr algn="l" marL="561349" indent="-280674" lvl="1">
              <a:lnSpc>
                <a:spcPts val="3302"/>
              </a:lnSpc>
              <a:buFont typeface="Arial"/>
              <a:buChar char="•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코드 재사용</a:t>
            </a:r>
          </a:p>
          <a:p>
            <a:pPr algn="l" marL="1122697" indent="-374232" lvl="2">
              <a:lnSpc>
                <a:spcPts val="3302"/>
              </a:lnSpc>
              <a:buFont typeface="Arial"/>
              <a:buChar char="⚬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같은 스타일 반복 작성 불필요</a:t>
            </a:r>
          </a:p>
          <a:p>
            <a:pPr algn="l" marL="561349" indent="-280674" lvl="1">
              <a:lnSpc>
                <a:spcPts val="3302"/>
              </a:lnSpc>
              <a:buFont typeface="Arial"/>
              <a:buChar char="•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개발 속도</a:t>
            </a:r>
          </a:p>
          <a:p>
            <a:pPr algn="l" marL="1122697" indent="-374232" lvl="2">
              <a:lnSpc>
                <a:spcPts val="3302"/>
              </a:lnSpc>
              <a:buFont typeface="Arial"/>
              <a:buChar char="⚬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컴포넌트마다 스타일 지정 없이 바로 사용</a:t>
            </a:r>
          </a:p>
          <a:p>
            <a:pPr algn="l" marL="561349" indent="-280674" lvl="1">
              <a:lnSpc>
                <a:spcPts val="3302"/>
              </a:lnSpc>
              <a:buFont typeface="Arial"/>
              <a:buChar char="•"/>
            </a:pPr>
            <a:r>
              <a:rPr lang="en-US" sz="2600" spc="-9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유지보수 효율성</a:t>
            </a:r>
          </a:p>
          <a:p>
            <a:pPr algn="l" marL="1122697" indent="-374232" lvl="2">
              <a:lnSpc>
                <a:spcPts val="3302"/>
              </a:lnSpc>
              <a:buFont typeface="Arial"/>
              <a:buChar char="⚬"/>
            </a:pPr>
            <a:r>
              <a:rPr lang="en-US" sz="2600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스타일 수정이 전역에 반영되어 효율적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1128" y="5133975"/>
            <a:ext cx="5609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버튼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82061" y="6075096"/>
            <a:ext cx="120640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입력 필드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80858" y="7018071"/>
            <a:ext cx="28054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2943" y="1560247"/>
            <a:ext cx="17382114" cy="8278385"/>
          </a:xfrm>
          <a:custGeom>
            <a:avLst/>
            <a:gdLst/>
            <a:ahLst/>
            <a:cxnLst/>
            <a:rect r="r" b="b" t="t" l="l"/>
            <a:pathLst>
              <a:path h="8278385" w="17382114">
                <a:moveTo>
                  <a:pt x="0" y="0"/>
                </a:moveTo>
                <a:lnTo>
                  <a:pt x="17382114" y="0"/>
                </a:lnTo>
                <a:lnTo>
                  <a:pt x="17382114" y="8278385"/>
                </a:lnTo>
                <a:lnTo>
                  <a:pt x="0" y="8278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118" t="-56557" r="-28189" b="-8251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UI 스케치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94439" y="4829175"/>
            <a:ext cx="17218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b="true" sz="19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 목록 페이지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2043" y="4533900"/>
            <a:ext cx="68391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b="true" sz="19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52962" y="8842310"/>
            <a:ext cx="113218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b="true" sz="19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상세페이지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43677" y="9524307"/>
            <a:ext cx="120064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b="true" sz="19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도서 수정폼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35917" y="6237580"/>
            <a:ext cx="120064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b="true" sz="19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도서 등록폼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6"/>
          </a:xfrm>
          <a:custGeom>
            <a:avLst/>
            <a:gdLst/>
            <a:ahLst/>
            <a:cxnLst/>
            <a:rect r="r" b="b" t="t" l="l"/>
            <a:pathLst>
              <a:path h="4288586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4" id="4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4261" y="1733775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28229" y="1912321"/>
            <a:ext cx="10831542" cy="7555001"/>
          </a:xfrm>
          <a:custGeom>
            <a:avLst/>
            <a:gdLst/>
            <a:ahLst/>
            <a:cxnLst/>
            <a:rect r="r" b="b" t="t" l="l"/>
            <a:pathLst>
              <a:path h="7555001" w="10831542">
                <a:moveTo>
                  <a:pt x="0" y="0"/>
                </a:moveTo>
                <a:lnTo>
                  <a:pt x="10831542" y="0"/>
                </a:lnTo>
                <a:lnTo>
                  <a:pt x="10831542" y="7555001"/>
                </a:lnTo>
                <a:lnTo>
                  <a:pt x="0" y="7555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H="true">
            <a:off x="6491736" y="2228321"/>
            <a:ext cx="1439194" cy="218938"/>
          </a:xfrm>
          <a:prstGeom prst="line">
            <a:avLst/>
          </a:prstGeom>
          <a:ln cap="flat" w="38100">
            <a:solidFill>
              <a:srgbClr val="34AE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8010882" y="3548536"/>
            <a:ext cx="773226" cy="961373"/>
            <a:chOff x="0" y="0"/>
            <a:chExt cx="203648" cy="2532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648" cy="253201"/>
            </a:xfrm>
            <a:custGeom>
              <a:avLst/>
              <a:gdLst/>
              <a:ahLst/>
              <a:cxnLst/>
              <a:rect r="r" b="b" t="t" l="l"/>
              <a:pathLst>
                <a:path h="253201" w="203648">
                  <a:moveTo>
                    <a:pt x="101824" y="0"/>
                  </a:moveTo>
                  <a:lnTo>
                    <a:pt x="101824" y="0"/>
                  </a:lnTo>
                  <a:cubicBezTo>
                    <a:pt x="158060" y="0"/>
                    <a:pt x="203648" y="45588"/>
                    <a:pt x="203648" y="101824"/>
                  </a:cubicBezTo>
                  <a:lnTo>
                    <a:pt x="203648" y="151377"/>
                  </a:lnTo>
                  <a:cubicBezTo>
                    <a:pt x="203648" y="207613"/>
                    <a:pt x="158060" y="253201"/>
                    <a:pt x="101824" y="253201"/>
                  </a:cubicBezTo>
                  <a:lnTo>
                    <a:pt x="101824" y="253201"/>
                  </a:lnTo>
                  <a:cubicBezTo>
                    <a:pt x="74819" y="253201"/>
                    <a:pt x="48919" y="242473"/>
                    <a:pt x="29824" y="223378"/>
                  </a:cubicBezTo>
                  <a:cubicBezTo>
                    <a:pt x="10728" y="204282"/>
                    <a:pt x="0" y="178383"/>
                    <a:pt x="0" y="151377"/>
                  </a:cubicBezTo>
                  <a:lnTo>
                    <a:pt x="0" y="101824"/>
                  </a:lnTo>
                  <a:cubicBezTo>
                    <a:pt x="0" y="74819"/>
                    <a:pt x="10728" y="48919"/>
                    <a:pt x="29824" y="29824"/>
                  </a:cubicBezTo>
                  <a:cubicBezTo>
                    <a:pt x="48919" y="10728"/>
                    <a:pt x="74819" y="0"/>
                    <a:pt x="1018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7F7F7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03648" cy="272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6341221" y="4452976"/>
            <a:ext cx="2034712" cy="2237326"/>
          </a:xfrm>
          <a:prstGeom prst="line">
            <a:avLst/>
          </a:prstGeom>
          <a:ln cap="flat" w="38100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5400000">
            <a:off x="6264688" y="6623336"/>
            <a:ext cx="153066" cy="133933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12343" y="9128928"/>
            <a:ext cx="517261" cy="442879"/>
            <a:chOff x="0" y="0"/>
            <a:chExt cx="136233" cy="1166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233" cy="116643"/>
            </a:xfrm>
            <a:custGeom>
              <a:avLst/>
              <a:gdLst/>
              <a:ahLst/>
              <a:cxnLst/>
              <a:rect r="r" b="b" t="t" l="l"/>
              <a:pathLst>
                <a:path h="116643" w="136233">
                  <a:moveTo>
                    <a:pt x="58322" y="0"/>
                  </a:moveTo>
                  <a:lnTo>
                    <a:pt x="77912" y="0"/>
                  </a:lnTo>
                  <a:cubicBezTo>
                    <a:pt x="110122" y="0"/>
                    <a:pt x="136233" y="26111"/>
                    <a:pt x="136233" y="58322"/>
                  </a:cubicBezTo>
                  <a:lnTo>
                    <a:pt x="136233" y="58322"/>
                  </a:lnTo>
                  <a:cubicBezTo>
                    <a:pt x="136233" y="73789"/>
                    <a:pt x="130089" y="88624"/>
                    <a:pt x="119151" y="99561"/>
                  </a:cubicBezTo>
                  <a:cubicBezTo>
                    <a:pt x="108214" y="110498"/>
                    <a:pt x="93380" y="116643"/>
                    <a:pt x="77912" y="116643"/>
                  </a:cubicBezTo>
                  <a:lnTo>
                    <a:pt x="58322" y="116643"/>
                  </a:lnTo>
                  <a:cubicBezTo>
                    <a:pt x="26111" y="116643"/>
                    <a:pt x="0" y="90532"/>
                    <a:pt x="0" y="58322"/>
                  </a:cubicBezTo>
                  <a:lnTo>
                    <a:pt x="0" y="58322"/>
                  </a:lnTo>
                  <a:cubicBezTo>
                    <a:pt x="0" y="26111"/>
                    <a:pt x="26111" y="0"/>
                    <a:pt x="583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6233" cy="135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6529604" y="7093992"/>
            <a:ext cx="1544421" cy="2237326"/>
          </a:xfrm>
          <a:prstGeom prst="line">
            <a:avLst/>
          </a:prstGeom>
          <a:ln cap="flat" w="38100">
            <a:solidFill>
              <a:srgbClr val="34AE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-5400000">
            <a:off x="8001316" y="7027025"/>
            <a:ext cx="153066" cy="133933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67710" y="2024713"/>
            <a:ext cx="773226" cy="477461"/>
            <a:chOff x="0" y="0"/>
            <a:chExt cx="203648" cy="1257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648" cy="125751"/>
            </a:xfrm>
            <a:custGeom>
              <a:avLst/>
              <a:gdLst/>
              <a:ahLst/>
              <a:cxnLst/>
              <a:rect r="r" b="b" t="t" l="l"/>
              <a:pathLst>
                <a:path h="125751" w="203648">
                  <a:moveTo>
                    <a:pt x="62876" y="0"/>
                  </a:moveTo>
                  <a:lnTo>
                    <a:pt x="140772" y="0"/>
                  </a:lnTo>
                  <a:cubicBezTo>
                    <a:pt x="157448" y="0"/>
                    <a:pt x="173441" y="6624"/>
                    <a:pt x="185232" y="18416"/>
                  </a:cubicBezTo>
                  <a:cubicBezTo>
                    <a:pt x="197024" y="30207"/>
                    <a:pt x="203648" y="46200"/>
                    <a:pt x="203648" y="62876"/>
                  </a:cubicBezTo>
                  <a:lnTo>
                    <a:pt x="203648" y="62876"/>
                  </a:lnTo>
                  <a:cubicBezTo>
                    <a:pt x="203648" y="97601"/>
                    <a:pt x="175498" y="125751"/>
                    <a:pt x="140772" y="125751"/>
                  </a:cubicBezTo>
                  <a:lnTo>
                    <a:pt x="62876" y="125751"/>
                  </a:lnTo>
                  <a:cubicBezTo>
                    <a:pt x="46200" y="125751"/>
                    <a:pt x="30207" y="119127"/>
                    <a:pt x="18416" y="107335"/>
                  </a:cubicBezTo>
                  <a:cubicBezTo>
                    <a:pt x="6624" y="95544"/>
                    <a:pt x="0" y="79551"/>
                    <a:pt x="0" y="62876"/>
                  </a:cubicBezTo>
                  <a:lnTo>
                    <a:pt x="0" y="62876"/>
                  </a:lnTo>
                  <a:cubicBezTo>
                    <a:pt x="0" y="46200"/>
                    <a:pt x="6624" y="30207"/>
                    <a:pt x="18416" y="18416"/>
                  </a:cubicBezTo>
                  <a:cubicBezTo>
                    <a:pt x="30207" y="6624"/>
                    <a:pt x="46200" y="0"/>
                    <a:pt x="628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03648" cy="144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0877647" y="2263444"/>
            <a:ext cx="1352671" cy="339806"/>
          </a:xfrm>
          <a:prstGeom prst="line">
            <a:avLst/>
          </a:prstGeom>
          <a:ln cap="flat" w="38100">
            <a:solidFill>
              <a:srgbClr val="34AE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-5400000">
            <a:off x="12153786" y="2536284"/>
            <a:ext cx="153066" cy="133933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30930" y="2083250"/>
            <a:ext cx="617126" cy="290142"/>
            <a:chOff x="0" y="0"/>
            <a:chExt cx="162535" cy="764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2535" cy="76416"/>
            </a:xfrm>
            <a:custGeom>
              <a:avLst/>
              <a:gdLst/>
              <a:ahLst/>
              <a:cxnLst/>
              <a:rect r="r" b="b" t="t" l="l"/>
              <a:pathLst>
                <a:path h="76416" w="162535">
                  <a:moveTo>
                    <a:pt x="38208" y="0"/>
                  </a:moveTo>
                  <a:lnTo>
                    <a:pt x="124327" y="0"/>
                  </a:lnTo>
                  <a:cubicBezTo>
                    <a:pt x="134461" y="0"/>
                    <a:pt x="144179" y="4025"/>
                    <a:pt x="151344" y="11191"/>
                  </a:cubicBezTo>
                  <a:cubicBezTo>
                    <a:pt x="158510" y="18356"/>
                    <a:pt x="162535" y="28075"/>
                    <a:pt x="162535" y="38208"/>
                  </a:cubicBezTo>
                  <a:lnTo>
                    <a:pt x="162535" y="38208"/>
                  </a:lnTo>
                  <a:cubicBezTo>
                    <a:pt x="162535" y="59310"/>
                    <a:pt x="145429" y="76416"/>
                    <a:pt x="124327" y="76416"/>
                  </a:cubicBezTo>
                  <a:lnTo>
                    <a:pt x="38208" y="76416"/>
                  </a:lnTo>
                  <a:cubicBezTo>
                    <a:pt x="28075" y="76416"/>
                    <a:pt x="18356" y="72391"/>
                    <a:pt x="11191" y="65225"/>
                  </a:cubicBezTo>
                  <a:cubicBezTo>
                    <a:pt x="4025" y="58060"/>
                    <a:pt x="0" y="48341"/>
                    <a:pt x="0" y="38208"/>
                  </a:cubicBezTo>
                  <a:lnTo>
                    <a:pt x="0" y="38208"/>
                  </a:lnTo>
                  <a:cubicBezTo>
                    <a:pt x="0" y="28075"/>
                    <a:pt x="4025" y="18356"/>
                    <a:pt x="11191" y="11191"/>
                  </a:cubicBezTo>
                  <a:cubicBezTo>
                    <a:pt x="18356" y="4025"/>
                    <a:pt x="28075" y="0"/>
                    <a:pt x="382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62535" cy="9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65416" y="5143500"/>
            <a:ext cx="773226" cy="477461"/>
            <a:chOff x="0" y="0"/>
            <a:chExt cx="203648" cy="1257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648" cy="125751"/>
            </a:xfrm>
            <a:custGeom>
              <a:avLst/>
              <a:gdLst/>
              <a:ahLst/>
              <a:cxnLst/>
              <a:rect r="r" b="b" t="t" l="l"/>
              <a:pathLst>
                <a:path h="125751" w="203648">
                  <a:moveTo>
                    <a:pt x="62876" y="0"/>
                  </a:moveTo>
                  <a:lnTo>
                    <a:pt x="140772" y="0"/>
                  </a:lnTo>
                  <a:cubicBezTo>
                    <a:pt x="157448" y="0"/>
                    <a:pt x="173441" y="6624"/>
                    <a:pt x="185232" y="18416"/>
                  </a:cubicBezTo>
                  <a:cubicBezTo>
                    <a:pt x="197024" y="30207"/>
                    <a:pt x="203648" y="46200"/>
                    <a:pt x="203648" y="62876"/>
                  </a:cubicBezTo>
                  <a:lnTo>
                    <a:pt x="203648" y="62876"/>
                  </a:lnTo>
                  <a:cubicBezTo>
                    <a:pt x="203648" y="97601"/>
                    <a:pt x="175498" y="125751"/>
                    <a:pt x="140772" y="125751"/>
                  </a:cubicBezTo>
                  <a:lnTo>
                    <a:pt x="62876" y="125751"/>
                  </a:lnTo>
                  <a:cubicBezTo>
                    <a:pt x="46200" y="125751"/>
                    <a:pt x="30207" y="119127"/>
                    <a:pt x="18416" y="107335"/>
                  </a:cubicBezTo>
                  <a:cubicBezTo>
                    <a:pt x="6624" y="95544"/>
                    <a:pt x="0" y="79551"/>
                    <a:pt x="0" y="62876"/>
                  </a:cubicBezTo>
                  <a:lnTo>
                    <a:pt x="0" y="62876"/>
                  </a:lnTo>
                  <a:cubicBezTo>
                    <a:pt x="0" y="46200"/>
                    <a:pt x="6624" y="30207"/>
                    <a:pt x="18416" y="18416"/>
                  </a:cubicBezTo>
                  <a:cubicBezTo>
                    <a:pt x="30207" y="6624"/>
                    <a:pt x="46200" y="0"/>
                    <a:pt x="628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03648" cy="144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0670220" y="4308774"/>
            <a:ext cx="2195196" cy="1073456"/>
          </a:xfrm>
          <a:prstGeom prst="line">
            <a:avLst/>
          </a:prstGeom>
          <a:ln cap="flat" w="38100">
            <a:solidFill>
              <a:srgbClr val="34AE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5400000">
            <a:off x="10593687" y="4241808"/>
            <a:ext cx="153066" cy="133933"/>
            <a:chOff x="0" y="0"/>
            <a:chExt cx="812800" cy="711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925151" y="4741953"/>
            <a:ext cx="2708874" cy="552975"/>
            <a:chOff x="0" y="0"/>
            <a:chExt cx="713448" cy="145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3448" cy="145640"/>
            </a:xfrm>
            <a:custGeom>
              <a:avLst/>
              <a:gdLst/>
              <a:ahLst/>
              <a:cxnLst/>
              <a:rect r="r" b="b" t="t" l="l"/>
              <a:pathLst>
                <a:path h="145640" w="713448">
                  <a:moveTo>
                    <a:pt x="72820" y="0"/>
                  </a:moveTo>
                  <a:lnTo>
                    <a:pt x="640628" y="0"/>
                  </a:lnTo>
                  <a:cubicBezTo>
                    <a:pt x="680846" y="0"/>
                    <a:pt x="713448" y="32603"/>
                    <a:pt x="713448" y="72820"/>
                  </a:cubicBezTo>
                  <a:lnTo>
                    <a:pt x="713448" y="72820"/>
                  </a:lnTo>
                  <a:cubicBezTo>
                    <a:pt x="713448" y="113037"/>
                    <a:pt x="680846" y="145640"/>
                    <a:pt x="640628" y="145640"/>
                  </a:cubicBezTo>
                  <a:lnTo>
                    <a:pt x="72820" y="145640"/>
                  </a:lnTo>
                  <a:cubicBezTo>
                    <a:pt x="32603" y="145640"/>
                    <a:pt x="0" y="113037"/>
                    <a:pt x="0" y="72820"/>
                  </a:cubicBezTo>
                  <a:lnTo>
                    <a:pt x="0" y="72820"/>
                  </a:lnTo>
                  <a:cubicBezTo>
                    <a:pt x="0" y="32603"/>
                    <a:pt x="32603" y="0"/>
                    <a:pt x="728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7F7F7F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713448" cy="164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5279588" y="5294929"/>
            <a:ext cx="23328" cy="1250728"/>
          </a:xfrm>
          <a:prstGeom prst="line">
            <a:avLst/>
          </a:prstGeom>
          <a:ln cap="flat" w="38100">
            <a:solidFill>
              <a:srgbClr val="7F7F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5203055" y="6478690"/>
            <a:ext cx="153066" cy="133933"/>
            <a:chOff x="0" y="0"/>
            <a:chExt cx="812800" cy="711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37447" y="9079659"/>
            <a:ext cx="641822" cy="387663"/>
            <a:chOff x="0" y="0"/>
            <a:chExt cx="169040" cy="10210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9040" cy="102101"/>
            </a:xfrm>
            <a:custGeom>
              <a:avLst/>
              <a:gdLst/>
              <a:ahLst/>
              <a:cxnLst/>
              <a:rect r="r" b="b" t="t" l="l"/>
              <a:pathLst>
                <a:path h="102101" w="169040">
                  <a:moveTo>
                    <a:pt x="51050" y="0"/>
                  </a:moveTo>
                  <a:lnTo>
                    <a:pt x="117989" y="0"/>
                  </a:lnTo>
                  <a:cubicBezTo>
                    <a:pt x="131529" y="0"/>
                    <a:pt x="144513" y="5379"/>
                    <a:pt x="154087" y="14952"/>
                  </a:cubicBezTo>
                  <a:cubicBezTo>
                    <a:pt x="163661" y="24526"/>
                    <a:pt x="169040" y="37511"/>
                    <a:pt x="169040" y="51050"/>
                  </a:cubicBezTo>
                  <a:lnTo>
                    <a:pt x="169040" y="51050"/>
                  </a:lnTo>
                  <a:cubicBezTo>
                    <a:pt x="169040" y="64590"/>
                    <a:pt x="163661" y="77575"/>
                    <a:pt x="154087" y="87148"/>
                  </a:cubicBezTo>
                  <a:cubicBezTo>
                    <a:pt x="144513" y="96722"/>
                    <a:pt x="131529" y="102101"/>
                    <a:pt x="117989" y="102101"/>
                  </a:cubicBezTo>
                  <a:lnTo>
                    <a:pt x="51050" y="102101"/>
                  </a:lnTo>
                  <a:cubicBezTo>
                    <a:pt x="37511" y="102101"/>
                    <a:pt x="24526" y="96722"/>
                    <a:pt x="14952" y="87148"/>
                  </a:cubicBezTo>
                  <a:cubicBezTo>
                    <a:pt x="5379" y="77575"/>
                    <a:pt x="0" y="64590"/>
                    <a:pt x="0" y="51050"/>
                  </a:cubicBezTo>
                  <a:lnTo>
                    <a:pt x="0" y="51050"/>
                  </a:lnTo>
                  <a:cubicBezTo>
                    <a:pt x="0" y="37511"/>
                    <a:pt x="5379" y="24526"/>
                    <a:pt x="14952" y="14952"/>
                  </a:cubicBezTo>
                  <a:cubicBezTo>
                    <a:pt x="24526" y="5379"/>
                    <a:pt x="37511" y="0"/>
                    <a:pt x="510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69040" cy="121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56" id="56"/>
          <p:cNvSpPr/>
          <p:nvPr/>
        </p:nvSpPr>
        <p:spPr>
          <a:xfrm>
            <a:off x="6831650" y="8161125"/>
            <a:ext cx="2305797" cy="1112365"/>
          </a:xfrm>
          <a:prstGeom prst="line">
            <a:avLst/>
          </a:prstGeom>
          <a:ln cap="flat" w="38100">
            <a:solidFill>
              <a:srgbClr val="34AE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5400000">
            <a:off x="6688150" y="8094158"/>
            <a:ext cx="153066" cy="133933"/>
            <a:chOff x="0" y="0"/>
            <a:chExt cx="812800" cy="711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9225121" y="9158139"/>
            <a:ext cx="459913" cy="222285"/>
          </a:xfrm>
          <a:custGeom>
            <a:avLst/>
            <a:gdLst/>
            <a:ahLst/>
            <a:cxnLst/>
            <a:rect r="r" b="b" t="t" l="l"/>
            <a:pathLst>
              <a:path h="222285" w="459913">
                <a:moveTo>
                  <a:pt x="0" y="0"/>
                </a:moveTo>
                <a:lnTo>
                  <a:pt x="459912" y="0"/>
                </a:lnTo>
                <a:lnTo>
                  <a:pt x="459912" y="222285"/>
                </a:lnTo>
                <a:lnTo>
                  <a:pt x="0" y="2222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59" t="-35967" r="-11894" b="-22716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라우팅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149795" y="5330819"/>
            <a:ext cx="617126" cy="290142"/>
            <a:chOff x="0" y="0"/>
            <a:chExt cx="162535" cy="764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2535" cy="76416"/>
            </a:xfrm>
            <a:custGeom>
              <a:avLst/>
              <a:gdLst/>
              <a:ahLst/>
              <a:cxnLst/>
              <a:rect r="r" b="b" t="t" l="l"/>
              <a:pathLst>
                <a:path h="76416" w="162535">
                  <a:moveTo>
                    <a:pt x="38208" y="0"/>
                  </a:moveTo>
                  <a:lnTo>
                    <a:pt x="124327" y="0"/>
                  </a:lnTo>
                  <a:cubicBezTo>
                    <a:pt x="134461" y="0"/>
                    <a:pt x="144179" y="4025"/>
                    <a:pt x="151344" y="11191"/>
                  </a:cubicBezTo>
                  <a:cubicBezTo>
                    <a:pt x="158510" y="18356"/>
                    <a:pt x="162535" y="28075"/>
                    <a:pt x="162535" y="38208"/>
                  </a:cubicBezTo>
                  <a:lnTo>
                    <a:pt x="162535" y="38208"/>
                  </a:lnTo>
                  <a:cubicBezTo>
                    <a:pt x="162535" y="59310"/>
                    <a:pt x="145429" y="76416"/>
                    <a:pt x="124327" y="76416"/>
                  </a:cubicBezTo>
                  <a:lnTo>
                    <a:pt x="38208" y="76416"/>
                  </a:lnTo>
                  <a:cubicBezTo>
                    <a:pt x="28075" y="76416"/>
                    <a:pt x="18356" y="72391"/>
                    <a:pt x="11191" y="65225"/>
                  </a:cubicBezTo>
                  <a:cubicBezTo>
                    <a:pt x="4025" y="58060"/>
                    <a:pt x="0" y="48341"/>
                    <a:pt x="0" y="38208"/>
                  </a:cubicBezTo>
                  <a:lnTo>
                    <a:pt x="0" y="38208"/>
                  </a:lnTo>
                  <a:cubicBezTo>
                    <a:pt x="0" y="28075"/>
                    <a:pt x="4025" y="18356"/>
                    <a:pt x="11191" y="11191"/>
                  </a:cubicBezTo>
                  <a:cubicBezTo>
                    <a:pt x="18356" y="4025"/>
                    <a:pt x="28075" y="0"/>
                    <a:pt x="382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62535" cy="9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66" id="66"/>
          <p:cNvSpPr/>
          <p:nvPr/>
        </p:nvSpPr>
        <p:spPr>
          <a:xfrm flipH="true" flipV="true">
            <a:off x="9458358" y="4509909"/>
            <a:ext cx="0" cy="820910"/>
          </a:xfrm>
          <a:prstGeom prst="line">
            <a:avLst/>
          </a:prstGeom>
          <a:ln cap="flat" w="38100">
            <a:solidFill>
              <a:srgbClr val="34AEAA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4" id="4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4261" y="1733775"/>
            <a:ext cx="17779479" cy="7912094"/>
            <a:chOff x="0" y="0"/>
            <a:chExt cx="23705972" cy="105494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0" id="10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2157680"/>
            <a:ext cx="8500161" cy="7114572"/>
          </a:xfrm>
          <a:custGeom>
            <a:avLst/>
            <a:gdLst/>
            <a:ahLst/>
            <a:cxnLst/>
            <a:rect r="r" b="b" t="t" l="l"/>
            <a:pathLst>
              <a:path h="7114572" w="8500161">
                <a:moveTo>
                  <a:pt x="0" y="0"/>
                </a:moveTo>
                <a:lnTo>
                  <a:pt x="8500161" y="0"/>
                </a:lnTo>
                <a:lnTo>
                  <a:pt x="8500161" y="7114571"/>
                </a:lnTo>
                <a:lnTo>
                  <a:pt x="0" y="71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4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Main 페이지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86050" y="2157680"/>
            <a:ext cx="8173962" cy="6998955"/>
          </a:xfrm>
          <a:custGeom>
            <a:avLst/>
            <a:gdLst/>
            <a:ahLst/>
            <a:cxnLst/>
            <a:rect r="r" b="b" t="t" l="l"/>
            <a:pathLst>
              <a:path h="6998955" w="8173962">
                <a:moveTo>
                  <a:pt x="0" y="0"/>
                </a:moveTo>
                <a:lnTo>
                  <a:pt x="8173962" y="0"/>
                </a:lnTo>
                <a:lnTo>
                  <a:pt x="8173962" y="6998955"/>
                </a:lnTo>
                <a:lnTo>
                  <a:pt x="0" y="6998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4508" y="1622107"/>
            <a:ext cx="17718034" cy="7912094"/>
            <a:chOff x="0" y="0"/>
            <a:chExt cx="23624046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24022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624022">
                  <a:moveTo>
                    <a:pt x="0" y="0"/>
                  </a:moveTo>
                  <a:lnTo>
                    <a:pt x="23624022" y="0"/>
                  </a:lnTo>
                  <a:lnTo>
                    <a:pt x="23624022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graphicFrame>
        <p:nvGraphicFramePr>
          <p:cNvPr name="Object 13" id="13"/>
          <p:cNvGraphicFramePr/>
          <p:nvPr/>
        </p:nvGraphicFramePr>
        <p:xfrm>
          <a:off x="547286" y="5218237"/>
          <a:ext cx="2514600" cy="1676400"/>
        </p:xfrm>
        <a:graphic>
          <a:graphicData uri="http://schemas.openxmlformats.org/presentationml/2006/ole">
            <p:oleObj imgW="3009900" imgH="2171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>
                  <p14:trim st="1127.6190" end="1545.2140"/>
                </p14:media>
              </p:ext>
            </p:extLst>
          </p:nvPr>
        </p:nvPicPr>
        <p:blipFill>
          <a:blip r:embed="rId7"/>
          <a:srcRect l="0" t="3749" r="331" b="0"/>
          <a:stretch>
            <a:fillRect/>
          </a:stretch>
        </p:blipFill>
        <p:spPr>
          <a:xfrm flipH="false" flipV="false" rot="0">
            <a:off x="8496206" y="3405595"/>
            <a:ext cx="9439054" cy="5432969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Main 페이지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8521" y="1707323"/>
            <a:ext cx="9270306" cy="80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사용자 경험을 높이는 루프 캐러스 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6050" y="3127272"/>
            <a:ext cx="7490710" cy="13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핵심 기술 :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Swiper.js</a:t>
            </a:r>
            <a:r>
              <a:rPr lang="en-US" sz="23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 - 터치 슬라이드 기능을 손쉽게 구현할 수 있는 오픈소스 JavaScript 라이브러리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81889"/>
            <a:ext cx="5507746" cy="1291581"/>
          </a:xfrm>
          <a:custGeom>
            <a:avLst/>
            <a:gdLst/>
            <a:ahLst/>
            <a:cxnLst/>
            <a:rect r="r" b="b" t="t" l="l"/>
            <a:pathLst>
              <a:path h="1291581" w="5507746">
                <a:moveTo>
                  <a:pt x="0" y="0"/>
                </a:moveTo>
                <a:lnTo>
                  <a:pt x="5507746" y="0"/>
                </a:lnTo>
                <a:lnTo>
                  <a:pt x="5507746" y="1291582"/>
                </a:lnTo>
                <a:lnTo>
                  <a:pt x="0" y="129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0356" y="1975350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7506" y="2718994"/>
            <a:ext cx="3930501" cy="3262033"/>
          </a:xfrm>
          <a:custGeom>
            <a:avLst/>
            <a:gdLst/>
            <a:ahLst/>
            <a:cxnLst/>
            <a:rect r="r" b="b" t="t" l="l"/>
            <a:pathLst>
              <a:path h="3262033" w="3930501">
                <a:moveTo>
                  <a:pt x="0" y="0"/>
                </a:moveTo>
                <a:lnTo>
                  <a:pt x="3930501" y="0"/>
                </a:lnTo>
                <a:lnTo>
                  <a:pt x="3930501" y="3262033"/>
                </a:lnTo>
                <a:lnTo>
                  <a:pt x="0" y="32620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99" t="0" r="-217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7506" y="6009958"/>
            <a:ext cx="3930501" cy="2774934"/>
          </a:xfrm>
          <a:custGeom>
            <a:avLst/>
            <a:gdLst/>
            <a:ahLst/>
            <a:cxnLst/>
            <a:rect r="r" b="b" t="t" l="l"/>
            <a:pathLst>
              <a:path h="2774934" w="3930501">
                <a:moveTo>
                  <a:pt x="0" y="0"/>
                </a:moveTo>
                <a:lnTo>
                  <a:pt x="3930501" y="0"/>
                </a:lnTo>
                <a:lnTo>
                  <a:pt x="3930501" y="2774934"/>
                </a:lnTo>
                <a:lnTo>
                  <a:pt x="0" y="2774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65482" y="3119280"/>
            <a:ext cx="3164342" cy="5456329"/>
          </a:xfrm>
          <a:custGeom>
            <a:avLst/>
            <a:gdLst/>
            <a:ahLst/>
            <a:cxnLst/>
            <a:rect r="r" b="b" t="t" l="l"/>
            <a:pathLst>
              <a:path h="5456329" w="3164342">
                <a:moveTo>
                  <a:pt x="0" y="0"/>
                </a:moveTo>
                <a:lnTo>
                  <a:pt x="3164342" y="0"/>
                </a:lnTo>
                <a:lnTo>
                  <a:pt x="3164342" y="5456329"/>
                </a:lnTo>
                <a:lnTo>
                  <a:pt x="0" y="54563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38" t="0" r="-10403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345703" y="5721138"/>
            <a:ext cx="519779" cy="51977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166361" y="3031281"/>
            <a:ext cx="4568949" cy="5632327"/>
          </a:xfrm>
          <a:custGeom>
            <a:avLst/>
            <a:gdLst/>
            <a:ahLst/>
            <a:cxnLst/>
            <a:rect r="r" b="b" t="t" l="l"/>
            <a:pathLst>
              <a:path h="5632327" w="4568949">
                <a:moveTo>
                  <a:pt x="0" y="0"/>
                </a:moveTo>
                <a:lnTo>
                  <a:pt x="4568949" y="0"/>
                </a:lnTo>
                <a:lnTo>
                  <a:pt x="4568949" y="5632327"/>
                </a:lnTo>
                <a:lnTo>
                  <a:pt x="0" y="56323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30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942" y="8728010"/>
            <a:ext cx="34144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9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입력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6403" y="8623234"/>
            <a:ext cx="42296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9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등록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35310" y="2964606"/>
            <a:ext cx="5486339" cy="604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344" indent="-284672" lvl="1">
              <a:lnSpc>
                <a:spcPts val="3691"/>
              </a:lnSpc>
              <a:buFont typeface="Arial"/>
              <a:buChar char="•"/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단락 입력 검증(if (!title || …)) →</a:t>
            </a:r>
          </a:p>
          <a:p>
            <a:pPr algn="l">
              <a:lnSpc>
                <a:spcPts val="3691"/>
              </a:lnSpc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필수 항목 없이 등록 불가</a:t>
            </a:r>
          </a:p>
          <a:p>
            <a:pPr algn="l">
              <a:lnSpc>
                <a:spcPts val="3691"/>
              </a:lnSpc>
            </a:pPr>
          </a:p>
          <a:p>
            <a:pPr algn="l" marL="569344" indent="-284672" lvl="1">
              <a:lnSpc>
                <a:spcPts val="3691"/>
              </a:lnSpc>
              <a:buFont typeface="Arial"/>
              <a:buChar char="•"/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POST /books 요청 →</a:t>
            </a:r>
          </a:p>
          <a:p>
            <a:pPr algn="l">
              <a:lnSpc>
                <a:spcPts val="3691"/>
              </a:lnSpc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백엔드에 모든 데이터를 한 번에 전송</a:t>
            </a:r>
          </a:p>
          <a:p>
            <a:pPr algn="l">
              <a:lnSpc>
                <a:spcPts val="3691"/>
              </a:lnSpc>
            </a:pPr>
          </a:p>
          <a:p>
            <a:pPr algn="l" marL="569344" indent="-284672" lvl="1">
              <a:lnSpc>
                <a:spcPts val="3691"/>
              </a:lnSpc>
              <a:buFont typeface="Arial"/>
              <a:buChar char="•"/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상태 초기화 →</a:t>
            </a:r>
          </a:p>
          <a:p>
            <a:pPr algn="l">
              <a:lnSpc>
                <a:spcPts val="3691"/>
              </a:lnSpc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등록 완료 후 바로 입력 폼을</a:t>
            </a:r>
          </a:p>
          <a:p>
            <a:pPr algn="l">
              <a:lnSpc>
                <a:spcPts val="3691"/>
              </a:lnSpc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깨끗이 비움</a:t>
            </a:r>
          </a:p>
          <a:p>
            <a:pPr algn="l">
              <a:lnSpc>
                <a:spcPts val="3691"/>
              </a:lnSpc>
            </a:pPr>
          </a:p>
          <a:p>
            <a:pPr algn="l" marL="569344" indent="-284672" lvl="1">
              <a:lnSpc>
                <a:spcPts val="3691"/>
              </a:lnSpc>
              <a:buFont typeface="Arial"/>
              <a:buChar char="•"/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navigate("/", { replace: true }) →</a:t>
            </a:r>
          </a:p>
          <a:p>
            <a:pPr algn="l">
              <a:lnSpc>
                <a:spcPts val="3691"/>
              </a:lnSpc>
            </a:pP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</a:t>
            </a:r>
            <a:r>
              <a:rPr lang="en-US" sz="2637" spc="-9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등록 후 홈으로 즉시 이동</a:t>
            </a:r>
          </a:p>
          <a:p>
            <a:pPr algn="l">
              <a:lnSpc>
                <a:spcPts val="355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도서 등록 페이지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26085" y="8719621"/>
            <a:ext cx="565753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9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&lt;handlePublish&gt;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90922" y="2552307"/>
            <a:ext cx="471982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b="true" sz="193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중요 코드)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33775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3131" y="2053073"/>
            <a:ext cx="7084148" cy="7350607"/>
          </a:xfrm>
          <a:custGeom>
            <a:avLst/>
            <a:gdLst/>
            <a:ahLst/>
            <a:cxnLst/>
            <a:rect r="r" b="b" t="t" l="l"/>
            <a:pathLst>
              <a:path h="7350607" w="7084148">
                <a:moveTo>
                  <a:pt x="0" y="0"/>
                </a:moveTo>
                <a:lnTo>
                  <a:pt x="7084147" y="0"/>
                </a:lnTo>
                <a:lnTo>
                  <a:pt x="7084147" y="7350608"/>
                </a:lnTo>
                <a:lnTo>
                  <a:pt x="0" y="7350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26034" y="1926907"/>
            <a:ext cx="8478922" cy="4256832"/>
          </a:xfrm>
          <a:custGeom>
            <a:avLst/>
            <a:gdLst/>
            <a:ahLst/>
            <a:cxnLst/>
            <a:rect r="r" b="b" t="t" l="l"/>
            <a:pathLst>
              <a:path h="4256832" w="8478922">
                <a:moveTo>
                  <a:pt x="0" y="0"/>
                </a:moveTo>
                <a:lnTo>
                  <a:pt x="8478922" y="0"/>
                </a:lnTo>
                <a:lnTo>
                  <a:pt x="8478922" y="4256831"/>
                </a:lnTo>
                <a:lnTo>
                  <a:pt x="0" y="42568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88" t="0" r="-4269" b="-2996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상세 페이지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26034" y="6388175"/>
            <a:ext cx="9054056" cy="282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9" indent="-269880" lvl="1">
              <a:lnSpc>
                <a:spcPts val="4500"/>
              </a:lnSpc>
              <a:buFont typeface="Arial"/>
              <a:buChar char="•"/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maxHeight는 Paper의 최대 높이</a:t>
            </a:r>
          </a:p>
          <a:p>
            <a:pPr algn="l" marL="539759" indent="-269880" lvl="1">
              <a:lnSpc>
                <a:spcPts val="4500"/>
              </a:lnSpc>
              <a:buFont typeface="Arial"/>
              <a:buChar char="•"/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“pre-wrap”을 통해 입력된 내용에 대해 줄바꿈과 공백을 그대로 표시하면서, 줄이 길어질 경우 자동으로 줄바꿈</a:t>
            </a:r>
          </a:p>
          <a:p>
            <a:pPr algn="l" marL="539759" indent="-269880" lvl="1">
              <a:lnSpc>
                <a:spcPts val="4500"/>
              </a:lnSpc>
              <a:buFont typeface="Arial"/>
              <a:buChar char="•"/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overflowY를 auto로 지정해 줌으로써 maxHeight를 초과해서 내용이 들어오면 스크롤바를 표시해서 본문 박스를 넘기지 않도록 처리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81889"/>
            <a:ext cx="5507746" cy="1291581"/>
          </a:xfrm>
          <a:custGeom>
            <a:avLst/>
            <a:gdLst/>
            <a:ahLst/>
            <a:cxnLst/>
            <a:rect r="r" b="b" t="t" l="l"/>
            <a:pathLst>
              <a:path h="1291581" w="5507746">
                <a:moveTo>
                  <a:pt x="0" y="0"/>
                </a:moveTo>
                <a:lnTo>
                  <a:pt x="5507746" y="0"/>
                </a:lnTo>
                <a:lnTo>
                  <a:pt x="5507746" y="1291582"/>
                </a:lnTo>
                <a:lnTo>
                  <a:pt x="0" y="129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0" y="1975350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2644" y="2418527"/>
            <a:ext cx="4013307" cy="3084511"/>
          </a:xfrm>
          <a:custGeom>
            <a:avLst/>
            <a:gdLst/>
            <a:ahLst/>
            <a:cxnLst/>
            <a:rect r="r" b="b" t="t" l="l"/>
            <a:pathLst>
              <a:path h="3084511" w="4013307">
                <a:moveTo>
                  <a:pt x="0" y="0"/>
                </a:moveTo>
                <a:lnTo>
                  <a:pt x="4013307" y="0"/>
                </a:lnTo>
                <a:lnTo>
                  <a:pt x="4013307" y="3084511"/>
                </a:lnTo>
                <a:lnTo>
                  <a:pt x="0" y="3084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0" t="0" r="-144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59981" y="3713556"/>
            <a:ext cx="3224572" cy="2399081"/>
          </a:xfrm>
          <a:custGeom>
            <a:avLst/>
            <a:gdLst/>
            <a:ahLst/>
            <a:cxnLst/>
            <a:rect r="r" b="b" t="t" l="l"/>
            <a:pathLst>
              <a:path h="2399081" w="3224572">
                <a:moveTo>
                  <a:pt x="0" y="0"/>
                </a:moveTo>
                <a:lnTo>
                  <a:pt x="3224572" y="0"/>
                </a:lnTo>
                <a:lnTo>
                  <a:pt x="3224572" y="2399082"/>
                </a:lnTo>
                <a:lnTo>
                  <a:pt x="0" y="2399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68" r="0" b="-26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72267" y="2443536"/>
            <a:ext cx="3615973" cy="2690284"/>
          </a:xfrm>
          <a:custGeom>
            <a:avLst/>
            <a:gdLst/>
            <a:ahLst/>
            <a:cxnLst/>
            <a:rect r="r" b="b" t="t" l="l"/>
            <a:pathLst>
              <a:path h="2690284" w="3615973">
                <a:moveTo>
                  <a:pt x="0" y="0"/>
                </a:moveTo>
                <a:lnTo>
                  <a:pt x="3615973" y="0"/>
                </a:lnTo>
                <a:lnTo>
                  <a:pt x="3615973" y="2690284"/>
                </a:lnTo>
                <a:lnTo>
                  <a:pt x="0" y="2690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16815" y="2447350"/>
            <a:ext cx="4303786" cy="3055688"/>
          </a:xfrm>
          <a:custGeom>
            <a:avLst/>
            <a:gdLst/>
            <a:ahLst/>
            <a:cxnLst/>
            <a:rect r="r" b="b" t="t" l="l"/>
            <a:pathLst>
              <a:path h="3055688" w="4303786">
                <a:moveTo>
                  <a:pt x="0" y="0"/>
                </a:moveTo>
                <a:lnTo>
                  <a:pt x="4303786" y="0"/>
                </a:lnTo>
                <a:lnTo>
                  <a:pt x="4303786" y="3055688"/>
                </a:lnTo>
                <a:lnTo>
                  <a:pt x="0" y="305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388484" y="4133201"/>
            <a:ext cx="284501" cy="349129"/>
            <a:chOff x="0" y="0"/>
            <a:chExt cx="812800" cy="997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997440"/>
            </a:xfrm>
            <a:custGeom>
              <a:avLst/>
              <a:gdLst/>
              <a:ahLst/>
              <a:cxnLst/>
              <a:rect r="r" b="b" t="t" l="l"/>
              <a:pathLst>
                <a:path h="997440" w="812800">
                  <a:moveTo>
                    <a:pt x="812800" y="49872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794240"/>
                  </a:lnTo>
                  <a:lnTo>
                    <a:pt x="406400" y="794240"/>
                  </a:lnTo>
                  <a:lnTo>
                    <a:pt x="406400" y="997440"/>
                  </a:lnTo>
                  <a:lnTo>
                    <a:pt x="812800" y="49872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84150"/>
              <a:ext cx="711200" cy="610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235064" y="2842923"/>
            <a:ext cx="3581051" cy="2888715"/>
          </a:xfrm>
          <a:custGeom>
            <a:avLst/>
            <a:gdLst/>
            <a:ahLst/>
            <a:cxnLst/>
            <a:rect r="r" b="b" t="t" l="l"/>
            <a:pathLst>
              <a:path h="2888715" w="3581051">
                <a:moveTo>
                  <a:pt x="0" y="0"/>
                </a:moveTo>
                <a:lnTo>
                  <a:pt x="3581051" y="0"/>
                </a:lnTo>
                <a:lnTo>
                  <a:pt x="3581051" y="2888715"/>
                </a:lnTo>
                <a:lnTo>
                  <a:pt x="0" y="28887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850776" y="6419569"/>
            <a:ext cx="4074187" cy="2308706"/>
          </a:xfrm>
          <a:custGeom>
            <a:avLst/>
            <a:gdLst/>
            <a:ahLst/>
            <a:cxnLst/>
            <a:rect r="r" b="b" t="t" l="l"/>
            <a:pathLst>
              <a:path h="2308706" w="4074187">
                <a:moveTo>
                  <a:pt x="0" y="0"/>
                </a:moveTo>
                <a:lnTo>
                  <a:pt x="4074187" y="0"/>
                </a:lnTo>
                <a:lnTo>
                  <a:pt x="4074187" y="2308706"/>
                </a:lnTo>
                <a:lnTo>
                  <a:pt x="0" y="2308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35635" y="6068322"/>
            <a:ext cx="2943910" cy="3011199"/>
          </a:xfrm>
          <a:custGeom>
            <a:avLst/>
            <a:gdLst/>
            <a:ahLst/>
            <a:cxnLst/>
            <a:rect r="r" b="b" t="t" l="l"/>
            <a:pathLst>
              <a:path h="3011199" w="2943910">
                <a:moveTo>
                  <a:pt x="0" y="0"/>
                </a:moveTo>
                <a:lnTo>
                  <a:pt x="2943910" y="0"/>
                </a:lnTo>
                <a:lnTo>
                  <a:pt x="2943910" y="3011200"/>
                </a:lnTo>
                <a:lnTo>
                  <a:pt x="0" y="3011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75493" y="2173521"/>
            <a:ext cx="4071691" cy="3986742"/>
            <a:chOff x="0" y="0"/>
            <a:chExt cx="1072379" cy="10500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379" cy="1050006"/>
            </a:xfrm>
            <a:custGeom>
              <a:avLst/>
              <a:gdLst/>
              <a:ahLst/>
              <a:cxnLst/>
              <a:rect r="r" b="b" t="t" l="l"/>
              <a:pathLst>
                <a:path h="1050006" w="1072379">
                  <a:moveTo>
                    <a:pt x="96971" y="0"/>
                  </a:moveTo>
                  <a:lnTo>
                    <a:pt x="975408" y="0"/>
                  </a:lnTo>
                  <a:cubicBezTo>
                    <a:pt x="1001126" y="0"/>
                    <a:pt x="1025791" y="10217"/>
                    <a:pt x="1043977" y="28402"/>
                  </a:cubicBezTo>
                  <a:cubicBezTo>
                    <a:pt x="1062163" y="46588"/>
                    <a:pt x="1072379" y="71253"/>
                    <a:pt x="1072379" y="96971"/>
                  </a:cubicBezTo>
                  <a:lnTo>
                    <a:pt x="1072379" y="953035"/>
                  </a:lnTo>
                  <a:cubicBezTo>
                    <a:pt x="1072379" y="1006590"/>
                    <a:pt x="1028964" y="1050006"/>
                    <a:pt x="975408" y="1050006"/>
                  </a:cubicBezTo>
                  <a:lnTo>
                    <a:pt x="96971" y="1050006"/>
                  </a:lnTo>
                  <a:cubicBezTo>
                    <a:pt x="43416" y="1050006"/>
                    <a:pt x="0" y="1006590"/>
                    <a:pt x="0" y="953035"/>
                  </a:cubicBezTo>
                  <a:lnTo>
                    <a:pt x="0" y="96971"/>
                  </a:lnTo>
                  <a:cubicBezTo>
                    <a:pt x="0" y="43416"/>
                    <a:pt x="43416" y="0"/>
                    <a:pt x="969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72379" cy="10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655" y="5636388"/>
            <a:ext cx="448136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원본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653935" y="2125896"/>
            <a:ext cx="4978362" cy="3986742"/>
            <a:chOff x="0" y="0"/>
            <a:chExt cx="1311174" cy="10500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1174" cy="1050006"/>
            </a:xfrm>
            <a:custGeom>
              <a:avLst/>
              <a:gdLst/>
              <a:ahLst/>
              <a:cxnLst/>
              <a:rect r="r" b="b" t="t" l="l"/>
              <a:pathLst>
                <a:path h="1050006" w="1311174">
                  <a:moveTo>
                    <a:pt x="79311" y="0"/>
                  </a:moveTo>
                  <a:lnTo>
                    <a:pt x="1231863" y="0"/>
                  </a:lnTo>
                  <a:cubicBezTo>
                    <a:pt x="1275665" y="0"/>
                    <a:pt x="1311174" y="35509"/>
                    <a:pt x="1311174" y="79311"/>
                  </a:cubicBezTo>
                  <a:lnTo>
                    <a:pt x="1311174" y="970695"/>
                  </a:lnTo>
                  <a:cubicBezTo>
                    <a:pt x="1311174" y="991730"/>
                    <a:pt x="1302818" y="1011903"/>
                    <a:pt x="1287944" y="1026776"/>
                  </a:cubicBezTo>
                  <a:cubicBezTo>
                    <a:pt x="1273070" y="1041650"/>
                    <a:pt x="1252897" y="1050006"/>
                    <a:pt x="1231863" y="1050006"/>
                  </a:cubicBezTo>
                  <a:lnTo>
                    <a:pt x="79311" y="1050006"/>
                  </a:lnTo>
                  <a:cubicBezTo>
                    <a:pt x="58276" y="1050006"/>
                    <a:pt x="38103" y="1041650"/>
                    <a:pt x="23230" y="1026776"/>
                  </a:cubicBezTo>
                  <a:cubicBezTo>
                    <a:pt x="8356" y="1011903"/>
                    <a:pt x="0" y="991730"/>
                    <a:pt x="0" y="970695"/>
                  </a:cubicBezTo>
                  <a:lnTo>
                    <a:pt x="0" y="79311"/>
                  </a:lnTo>
                  <a:cubicBezTo>
                    <a:pt x="0" y="58276"/>
                    <a:pt x="8356" y="38103"/>
                    <a:pt x="23230" y="23230"/>
                  </a:cubicBezTo>
                  <a:cubicBezTo>
                    <a:pt x="38103" y="8356"/>
                    <a:pt x="58276" y="0"/>
                    <a:pt x="793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dash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1174" cy="1069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516645" y="5592072"/>
            <a:ext cx="341447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변경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1820" y="6417438"/>
            <a:ext cx="10339040" cy="359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59" indent="-269880" lvl="1">
              <a:lnSpc>
                <a:spcPts val="3500"/>
              </a:lnSpc>
              <a:buFont typeface="Arial"/>
              <a:buChar char="•"/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useEffect(fetchBook): 기존 도서 데이터를 받아와서 “수정 폼”의 초기값을</a:t>
            </a: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세팅</a:t>
            </a:r>
          </a:p>
          <a:p>
            <a:pPr algn="ctr">
              <a:lnSpc>
                <a:spcPts val="3500"/>
              </a:lnSpc>
            </a:pPr>
          </a:p>
          <a:p>
            <a:pPr algn="ctr" marL="539759" indent="-269880" lvl="1">
              <a:lnSpc>
                <a:spcPts val="3500"/>
              </a:lnSpc>
              <a:buFont typeface="Arial"/>
              <a:buChar char="•"/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각 상태(useState) + 입력 컴포넌트 바인딩: 사용자가 입력한 내용을 실시간</a:t>
            </a:r>
          </a:p>
          <a:p>
            <a:pPr algn="ctr">
              <a:lnSpc>
                <a:spcPts val="3500"/>
              </a:lnSpc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                              </a:t>
            </a: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상태에 반영</a:t>
            </a:r>
          </a:p>
          <a:p>
            <a:pPr algn="ctr">
              <a:lnSpc>
                <a:spcPts val="3500"/>
              </a:lnSpc>
            </a:pPr>
          </a:p>
          <a:p>
            <a:pPr algn="ctr" marL="539759" indent="-269880" lvl="1">
              <a:lnSpc>
                <a:spcPts val="3500"/>
              </a:lnSpc>
              <a:buFont typeface="Arial"/>
              <a:buChar char="•"/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handleUpdate (PUT 요청 + navigate): 변경된 데이터를 백엔드에 전송하고,</a:t>
            </a:r>
          </a:p>
          <a:p>
            <a:pPr algn="ctr">
              <a:lnSpc>
                <a:spcPts val="3500"/>
              </a:lnSpc>
            </a:pP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sz="2500" spc="-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                                          수정 완료 후 상세 페이지로 이동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4601354" y="5712588"/>
            <a:ext cx="29439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&lt;useEffect&gt;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601354" y="8810891"/>
            <a:ext cx="29439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&lt;useState&gt;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00194" y="9039491"/>
            <a:ext cx="29439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&lt;handleUpdate&gt;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도서 수정 페이지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95742" y="2125896"/>
            <a:ext cx="4269921" cy="3834342"/>
            <a:chOff x="0" y="0"/>
            <a:chExt cx="1124588" cy="10098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24588" cy="1009868"/>
            </a:xfrm>
            <a:custGeom>
              <a:avLst/>
              <a:gdLst/>
              <a:ahLst/>
              <a:cxnLst/>
              <a:rect r="r" b="b" t="t" l="l"/>
              <a:pathLst>
                <a:path h="1009868" w="1124588">
                  <a:moveTo>
                    <a:pt x="92470" y="0"/>
                  </a:moveTo>
                  <a:lnTo>
                    <a:pt x="1032118" y="0"/>
                  </a:lnTo>
                  <a:cubicBezTo>
                    <a:pt x="1056643" y="0"/>
                    <a:pt x="1080163" y="9742"/>
                    <a:pt x="1097504" y="27084"/>
                  </a:cubicBezTo>
                  <a:cubicBezTo>
                    <a:pt x="1114846" y="44425"/>
                    <a:pt x="1124588" y="67945"/>
                    <a:pt x="1124588" y="92470"/>
                  </a:cubicBezTo>
                  <a:lnTo>
                    <a:pt x="1124588" y="917398"/>
                  </a:lnTo>
                  <a:cubicBezTo>
                    <a:pt x="1124588" y="941923"/>
                    <a:pt x="1114846" y="965443"/>
                    <a:pt x="1097504" y="982784"/>
                  </a:cubicBezTo>
                  <a:cubicBezTo>
                    <a:pt x="1080163" y="1000125"/>
                    <a:pt x="1056643" y="1009868"/>
                    <a:pt x="1032118" y="1009868"/>
                  </a:cubicBezTo>
                  <a:lnTo>
                    <a:pt x="92470" y="1009868"/>
                  </a:lnTo>
                  <a:cubicBezTo>
                    <a:pt x="67945" y="1009868"/>
                    <a:pt x="44425" y="1000125"/>
                    <a:pt x="27084" y="982784"/>
                  </a:cubicBezTo>
                  <a:cubicBezTo>
                    <a:pt x="9742" y="965443"/>
                    <a:pt x="0" y="941923"/>
                    <a:pt x="0" y="917398"/>
                  </a:cubicBezTo>
                  <a:lnTo>
                    <a:pt x="0" y="92470"/>
                  </a:lnTo>
                  <a:cubicBezTo>
                    <a:pt x="0" y="67945"/>
                    <a:pt x="9742" y="44425"/>
                    <a:pt x="27084" y="27084"/>
                  </a:cubicBezTo>
                  <a:cubicBezTo>
                    <a:pt x="44425" y="9742"/>
                    <a:pt x="67945" y="0"/>
                    <a:pt x="924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4AEAA"/>
              </a:solidFill>
              <a:prstDash val="dash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124588" cy="1028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76959" y="5412550"/>
            <a:ext cx="606126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5"/>
              </a:lnSpc>
              <a:spcBef>
                <a:spcPct val="0"/>
              </a:spcBef>
            </a:pPr>
            <a:r>
              <a:rPr lang="en-US" sz="29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수정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651347" y="4166892"/>
            <a:ext cx="273787" cy="335982"/>
            <a:chOff x="0" y="0"/>
            <a:chExt cx="812800" cy="997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997440"/>
            </a:xfrm>
            <a:custGeom>
              <a:avLst/>
              <a:gdLst/>
              <a:ahLst/>
              <a:cxnLst/>
              <a:rect r="r" b="b" t="t" l="l"/>
              <a:pathLst>
                <a:path h="997440" w="812800">
                  <a:moveTo>
                    <a:pt x="812800" y="49872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794240"/>
                  </a:lnTo>
                  <a:lnTo>
                    <a:pt x="406400" y="794240"/>
                  </a:lnTo>
                  <a:lnTo>
                    <a:pt x="406400" y="997440"/>
                  </a:lnTo>
                  <a:lnTo>
                    <a:pt x="812800" y="498720"/>
                  </a:lnTo>
                  <a:close/>
                </a:path>
              </a:pathLst>
            </a:custGeom>
            <a:solidFill>
              <a:srgbClr val="02BDB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84150"/>
              <a:ext cx="711200" cy="610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6663" y="176924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00907" y="2606807"/>
            <a:ext cx="5309213" cy="5050389"/>
          </a:xfrm>
          <a:custGeom>
            <a:avLst/>
            <a:gdLst/>
            <a:ahLst/>
            <a:cxnLst/>
            <a:rect r="r" b="b" t="t" l="l"/>
            <a:pathLst>
              <a:path h="5050389" w="5309213">
                <a:moveTo>
                  <a:pt x="0" y="0"/>
                </a:moveTo>
                <a:lnTo>
                  <a:pt x="5309213" y="0"/>
                </a:lnTo>
                <a:lnTo>
                  <a:pt x="5309213" y="5050389"/>
                </a:lnTo>
                <a:lnTo>
                  <a:pt x="0" y="5050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10120" y="2611862"/>
            <a:ext cx="5376297" cy="5040279"/>
          </a:xfrm>
          <a:custGeom>
            <a:avLst/>
            <a:gdLst/>
            <a:ahLst/>
            <a:cxnLst/>
            <a:rect r="r" b="b" t="t" l="l"/>
            <a:pathLst>
              <a:path h="5040279" w="5376297">
                <a:moveTo>
                  <a:pt x="0" y="0"/>
                </a:moveTo>
                <a:lnTo>
                  <a:pt x="5376297" y="0"/>
                </a:lnTo>
                <a:lnTo>
                  <a:pt x="5376297" y="5040279"/>
                </a:lnTo>
                <a:lnTo>
                  <a:pt x="0" y="5040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3933" y="2099682"/>
            <a:ext cx="6088795" cy="3409725"/>
          </a:xfrm>
          <a:custGeom>
            <a:avLst/>
            <a:gdLst/>
            <a:ahLst/>
            <a:cxnLst/>
            <a:rect r="r" b="b" t="t" l="l"/>
            <a:pathLst>
              <a:path h="3409725" w="6088795">
                <a:moveTo>
                  <a:pt x="0" y="0"/>
                </a:moveTo>
                <a:lnTo>
                  <a:pt x="6088795" y="0"/>
                </a:lnTo>
                <a:lnTo>
                  <a:pt x="6088795" y="3409725"/>
                </a:lnTo>
                <a:lnTo>
                  <a:pt x="0" y="3409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0514" y="6707377"/>
            <a:ext cx="6088795" cy="2465962"/>
          </a:xfrm>
          <a:custGeom>
            <a:avLst/>
            <a:gdLst/>
            <a:ahLst/>
            <a:cxnLst/>
            <a:rect r="r" b="b" t="t" l="l"/>
            <a:pathLst>
              <a:path h="2465962" w="6088795">
                <a:moveTo>
                  <a:pt x="0" y="0"/>
                </a:moveTo>
                <a:lnTo>
                  <a:pt x="6088795" y="0"/>
                </a:lnTo>
                <a:lnTo>
                  <a:pt x="6088795" y="2465962"/>
                </a:lnTo>
                <a:lnTo>
                  <a:pt x="0" y="2465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3498133" y="5454175"/>
            <a:ext cx="0" cy="1032632"/>
          </a:xfrm>
          <a:prstGeom prst="line">
            <a:avLst/>
          </a:prstGeom>
          <a:ln cap="flat" w="38100">
            <a:solidFill>
              <a:srgbClr val="B8292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632046" y="7316143"/>
            <a:ext cx="473459" cy="283572"/>
            <a:chOff x="0" y="0"/>
            <a:chExt cx="124697" cy="746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697" cy="74686"/>
            </a:xfrm>
            <a:custGeom>
              <a:avLst/>
              <a:gdLst/>
              <a:ahLst/>
              <a:cxnLst/>
              <a:rect r="r" b="b" t="t" l="l"/>
              <a:pathLst>
                <a:path h="74686" w="124697">
                  <a:moveTo>
                    <a:pt x="37343" y="0"/>
                  </a:moveTo>
                  <a:lnTo>
                    <a:pt x="87354" y="0"/>
                  </a:lnTo>
                  <a:cubicBezTo>
                    <a:pt x="107978" y="0"/>
                    <a:pt x="124697" y="16719"/>
                    <a:pt x="124697" y="37343"/>
                  </a:cubicBezTo>
                  <a:lnTo>
                    <a:pt x="124697" y="37343"/>
                  </a:lnTo>
                  <a:cubicBezTo>
                    <a:pt x="124697" y="57967"/>
                    <a:pt x="107978" y="74686"/>
                    <a:pt x="87354" y="74686"/>
                  </a:cubicBezTo>
                  <a:lnTo>
                    <a:pt x="37343" y="74686"/>
                  </a:lnTo>
                  <a:cubicBezTo>
                    <a:pt x="16719" y="74686"/>
                    <a:pt x="0" y="57967"/>
                    <a:pt x="0" y="37343"/>
                  </a:cubicBezTo>
                  <a:lnTo>
                    <a:pt x="0" y="37343"/>
                  </a:lnTo>
                  <a:cubicBezTo>
                    <a:pt x="0" y="16719"/>
                    <a:pt x="16719" y="0"/>
                    <a:pt x="373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B82929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4697" cy="93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 flipV="true">
            <a:off x="10205677" y="3360381"/>
            <a:ext cx="1663099" cy="3955763"/>
          </a:xfrm>
          <a:prstGeom prst="line">
            <a:avLst/>
          </a:prstGeom>
          <a:ln cap="flat" w="38100">
            <a:solidFill>
              <a:srgbClr val="B8292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10415627" y="3266805"/>
            <a:ext cx="5378492" cy="0"/>
          </a:xfrm>
          <a:prstGeom prst="line">
            <a:avLst/>
          </a:prstGeom>
          <a:ln cap="flat" w="38100">
            <a:solidFill>
              <a:srgbClr val="B8292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3" id="23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 프론트엔드 - 삭제 페이지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7364" y="8296587"/>
            <a:ext cx="1068551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상세 페이지의 삭제 버튼을 통해 도서 삭제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72054" y="3603365"/>
            <a:ext cx="4226838" cy="4972750"/>
          </a:xfrm>
          <a:custGeom>
            <a:avLst/>
            <a:gdLst/>
            <a:ahLst/>
            <a:cxnLst/>
            <a:rect r="r" b="b" t="t" l="l"/>
            <a:pathLst>
              <a:path h="4972750" w="4226838">
                <a:moveTo>
                  <a:pt x="0" y="0"/>
                </a:moveTo>
                <a:lnTo>
                  <a:pt x="4226837" y="0"/>
                </a:lnTo>
                <a:lnTo>
                  <a:pt x="4226837" y="4972751"/>
                </a:lnTo>
                <a:lnTo>
                  <a:pt x="0" y="4972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3132172"/>
            <a:ext cx="4482420" cy="5915136"/>
          </a:xfrm>
          <a:custGeom>
            <a:avLst/>
            <a:gdLst/>
            <a:ahLst/>
            <a:cxnLst/>
            <a:rect r="r" b="b" t="t" l="l"/>
            <a:pathLst>
              <a:path h="5915136" w="4482420">
                <a:moveTo>
                  <a:pt x="0" y="0"/>
                </a:moveTo>
                <a:lnTo>
                  <a:pt x="4482420" y="0"/>
                </a:lnTo>
                <a:lnTo>
                  <a:pt x="4482420" y="5915137"/>
                </a:lnTo>
                <a:lnTo>
                  <a:pt x="0" y="59151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01" t="-2061" r="-1845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4. Postman 테스트 결과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5709" y="2138471"/>
            <a:ext cx="470666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spc="-1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전체 API 실행 리스트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6947" y="8687643"/>
            <a:ext cx="297705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</a:t>
            </a:r>
            <a:r>
              <a:rPr lang="en-US" sz="3000" spc="-107">
                <a:solidFill>
                  <a:srgbClr val="F1A93C"/>
                </a:solidFill>
                <a:latin typeface="Arimo"/>
                <a:ea typeface="Arimo"/>
                <a:cs typeface="Arimo"/>
                <a:sym typeface="Arimo"/>
              </a:rPr>
              <a:t> POST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/books ]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503113" y="4248633"/>
            <a:ext cx="4300668" cy="3682214"/>
          </a:xfrm>
          <a:custGeom>
            <a:avLst/>
            <a:gdLst/>
            <a:ahLst/>
            <a:cxnLst/>
            <a:rect r="r" b="b" t="t" l="l"/>
            <a:pathLst>
              <a:path h="3682214" w="4300668">
                <a:moveTo>
                  <a:pt x="0" y="0"/>
                </a:moveTo>
                <a:lnTo>
                  <a:pt x="4300669" y="0"/>
                </a:lnTo>
                <a:lnTo>
                  <a:pt x="4300669" y="3682215"/>
                </a:lnTo>
                <a:lnTo>
                  <a:pt x="0" y="3682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17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69775" y="8687643"/>
            <a:ext cx="356734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</a:t>
            </a:r>
            <a:r>
              <a:rPr lang="en-US" sz="3000" spc="-107">
                <a:solidFill>
                  <a:srgbClr val="238A58"/>
                </a:solidFill>
                <a:latin typeface="Arimo"/>
                <a:ea typeface="Arimo"/>
                <a:cs typeface="Arimo"/>
                <a:sym typeface="Arimo"/>
              </a:rPr>
              <a:t> GET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/books/id ]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10822" y="2570197"/>
            <a:ext cx="470666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200"/>
              </a:lnSpc>
              <a:buFont typeface="Arial"/>
              <a:buChar char="•"/>
            </a:pPr>
            <a:r>
              <a:rPr lang="en-US" sz="3500" spc="-1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도서 등록/조회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334522" y="2700446"/>
            <a:ext cx="0" cy="6234847"/>
          </a:xfrm>
          <a:prstGeom prst="line">
            <a:avLst/>
          </a:prstGeom>
          <a:ln cap="flat" w="38100">
            <a:solidFill>
              <a:srgbClr val="BFBFB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836314" y="3317296"/>
            <a:ext cx="8967468" cy="0"/>
          </a:xfrm>
          <a:prstGeom prst="line">
            <a:avLst/>
          </a:prstGeom>
          <a:ln cap="flat" w="38100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99878" y="3272833"/>
            <a:ext cx="3944860" cy="4954298"/>
          </a:xfrm>
          <a:custGeom>
            <a:avLst/>
            <a:gdLst/>
            <a:ahLst/>
            <a:cxnLst/>
            <a:rect r="r" b="b" t="t" l="l"/>
            <a:pathLst>
              <a:path h="4954298" w="3944860">
                <a:moveTo>
                  <a:pt x="0" y="0"/>
                </a:moveTo>
                <a:lnTo>
                  <a:pt x="3944861" y="0"/>
                </a:lnTo>
                <a:lnTo>
                  <a:pt x="3944861" y="4954299"/>
                </a:lnTo>
                <a:lnTo>
                  <a:pt x="0" y="49542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4. Postman 테스트 결과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84086" y="8447756"/>
            <a:ext cx="517644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</a:t>
            </a:r>
            <a:r>
              <a:rPr lang="en-US" sz="3000" spc="-107">
                <a:solidFill>
                  <a:srgbClr val="238A58"/>
                </a:solidFill>
                <a:latin typeface="Arimo"/>
                <a:ea typeface="Arimo"/>
                <a:cs typeface="Arimo"/>
                <a:sym typeface="Arimo"/>
              </a:rPr>
              <a:t>GET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/books/genre/로맨스 ]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976325" y="3245854"/>
            <a:ext cx="4106770" cy="5008256"/>
          </a:xfrm>
          <a:custGeom>
            <a:avLst/>
            <a:gdLst/>
            <a:ahLst/>
            <a:cxnLst/>
            <a:rect r="r" b="b" t="t" l="l"/>
            <a:pathLst>
              <a:path h="5008256" w="4106770">
                <a:moveTo>
                  <a:pt x="0" y="0"/>
                </a:moveTo>
                <a:lnTo>
                  <a:pt x="4106770" y="0"/>
                </a:lnTo>
                <a:lnTo>
                  <a:pt x="4106770" y="5008256"/>
                </a:lnTo>
                <a:lnTo>
                  <a:pt x="0" y="5008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314681" y="3196530"/>
            <a:ext cx="4360019" cy="5106904"/>
          </a:xfrm>
          <a:custGeom>
            <a:avLst/>
            <a:gdLst/>
            <a:ahLst/>
            <a:cxnLst/>
            <a:rect r="r" b="b" t="t" l="l"/>
            <a:pathLst>
              <a:path h="5106904" w="4360019">
                <a:moveTo>
                  <a:pt x="0" y="0"/>
                </a:moveTo>
                <a:lnTo>
                  <a:pt x="4360019" y="0"/>
                </a:lnTo>
                <a:lnTo>
                  <a:pt x="4360019" y="5106904"/>
                </a:lnTo>
                <a:lnTo>
                  <a:pt x="0" y="51069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258683" y="8447756"/>
            <a:ext cx="428021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</a:t>
            </a:r>
            <a:r>
              <a:rPr lang="en-US" sz="3000" spc="-107">
                <a:solidFill>
                  <a:srgbClr val="238A58"/>
                </a:solidFill>
                <a:latin typeface="Arimo"/>
                <a:ea typeface="Arimo"/>
                <a:cs typeface="Arimo"/>
                <a:sym typeface="Arimo"/>
              </a:rPr>
              <a:t>GET 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books/popular 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67550" y="8447756"/>
            <a:ext cx="34542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</a:t>
            </a:r>
            <a:r>
              <a:rPr lang="en-US" sz="3000" spc="-107">
                <a:solidFill>
                  <a:srgbClr val="238A58"/>
                </a:solidFill>
                <a:latin typeface="Arimo"/>
                <a:ea typeface="Arimo"/>
                <a:cs typeface="Arimo"/>
                <a:sym typeface="Arimo"/>
              </a:rPr>
              <a:t> GET /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books/last ]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15705" y="3199705"/>
            <a:ext cx="4252587" cy="5100555"/>
          </a:xfrm>
          <a:custGeom>
            <a:avLst/>
            <a:gdLst/>
            <a:ahLst/>
            <a:cxnLst/>
            <a:rect r="r" b="b" t="t" l="l"/>
            <a:pathLst>
              <a:path h="5100555" w="4252587">
                <a:moveTo>
                  <a:pt x="0" y="0"/>
                </a:moveTo>
                <a:lnTo>
                  <a:pt x="4252587" y="0"/>
                </a:lnTo>
                <a:lnTo>
                  <a:pt x="4252587" y="5100555"/>
                </a:lnTo>
                <a:lnTo>
                  <a:pt x="0" y="5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81461" y="8447756"/>
            <a:ext cx="272107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</a:t>
            </a:r>
            <a:r>
              <a:rPr lang="en-US" sz="3000" spc="-107">
                <a:solidFill>
                  <a:srgbClr val="238A58"/>
                </a:solidFill>
                <a:latin typeface="Arimo"/>
                <a:ea typeface="Arimo"/>
                <a:cs typeface="Arimo"/>
                <a:sym typeface="Arimo"/>
              </a:rPr>
              <a:t>GET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/books 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5705" y="1981999"/>
            <a:ext cx="604913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200"/>
              </a:lnSpc>
              <a:buFont typeface="Arial"/>
              <a:buChar char="•"/>
            </a:pPr>
            <a:r>
              <a:rPr lang="en-US" sz="3500" spc="-1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전체 도서 조회, 필터 조회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009650" y="2719495"/>
            <a:ext cx="16230600" cy="0"/>
          </a:xfrm>
          <a:prstGeom prst="line">
            <a:avLst/>
          </a:prstGeom>
          <a:ln cap="flat" w="38100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85248" y="3880515"/>
            <a:ext cx="4107697" cy="3364951"/>
          </a:xfrm>
          <a:custGeom>
            <a:avLst/>
            <a:gdLst/>
            <a:ahLst/>
            <a:cxnLst/>
            <a:rect r="r" b="b" t="t" l="l"/>
            <a:pathLst>
              <a:path h="3364951" w="4107697">
                <a:moveTo>
                  <a:pt x="0" y="0"/>
                </a:moveTo>
                <a:lnTo>
                  <a:pt x="4107697" y="0"/>
                </a:lnTo>
                <a:lnTo>
                  <a:pt x="4107697" y="3364951"/>
                </a:lnTo>
                <a:lnTo>
                  <a:pt x="0" y="3364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411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01867" y="3355559"/>
            <a:ext cx="4565761" cy="4414863"/>
          </a:xfrm>
          <a:custGeom>
            <a:avLst/>
            <a:gdLst/>
            <a:ahLst/>
            <a:cxnLst/>
            <a:rect r="r" b="b" t="t" l="l"/>
            <a:pathLst>
              <a:path h="4414863" w="4565761">
                <a:moveTo>
                  <a:pt x="0" y="0"/>
                </a:moveTo>
                <a:lnTo>
                  <a:pt x="4565762" y="0"/>
                </a:lnTo>
                <a:lnTo>
                  <a:pt x="4565762" y="4414863"/>
                </a:lnTo>
                <a:lnTo>
                  <a:pt x="0" y="44148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730" b="-1085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01464" y="3395924"/>
            <a:ext cx="4491885" cy="4334133"/>
          </a:xfrm>
          <a:custGeom>
            <a:avLst/>
            <a:gdLst/>
            <a:ahLst/>
            <a:cxnLst/>
            <a:rect r="r" b="b" t="t" l="l"/>
            <a:pathLst>
              <a:path h="4334133" w="4491885">
                <a:moveTo>
                  <a:pt x="0" y="0"/>
                </a:moveTo>
                <a:lnTo>
                  <a:pt x="4491885" y="0"/>
                </a:lnTo>
                <a:lnTo>
                  <a:pt x="4491885" y="4334133"/>
                </a:lnTo>
                <a:lnTo>
                  <a:pt x="0" y="43341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883" b="-2760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4. Postman 테스트 결과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03847" y="7995155"/>
            <a:ext cx="31550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</a:t>
            </a:r>
            <a:r>
              <a:rPr lang="en-US" sz="3000" spc="-107">
                <a:solidFill>
                  <a:srgbClr val="B82929"/>
                </a:solidFill>
                <a:latin typeface="Arimo"/>
                <a:ea typeface="Arimo"/>
                <a:cs typeface="Arimo"/>
                <a:sym typeface="Arimo"/>
              </a:rPr>
              <a:t>DELET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/books/id 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46231" y="7995155"/>
            <a:ext cx="32303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</a:t>
            </a:r>
            <a:r>
              <a:rPr lang="en-US" sz="3000" spc="-107">
                <a:solidFill>
                  <a:srgbClr val="F1A93C"/>
                </a:solidFill>
                <a:latin typeface="Arimo"/>
                <a:ea typeface="Arimo"/>
                <a:cs typeface="Arimo"/>
                <a:sym typeface="Arimo"/>
              </a:rPr>
              <a:t>POST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/id/g-cover 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93373" y="7995155"/>
            <a:ext cx="27170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 </a:t>
            </a:r>
            <a:r>
              <a:rPr lang="en-US" sz="3000" spc="-107">
                <a:solidFill>
                  <a:srgbClr val="F1A93C"/>
                </a:solidFill>
                <a:latin typeface="Arimo"/>
                <a:ea typeface="Arimo"/>
                <a:cs typeface="Arimo"/>
                <a:sym typeface="Arimo"/>
              </a:rPr>
              <a:t>POST 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/g-cover ]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20371" y="3558373"/>
            <a:ext cx="3756358" cy="4009236"/>
          </a:xfrm>
          <a:custGeom>
            <a:avLst/>
            <a:gdLst/>
            <a:ahLst/>
            <a:cxnLst/>
            <a:rect r="r" b="b" t="t" l="l"/>
            <a:pathLst>
              <a:path h="4009236" w="3756358">
                <a:moveTo>
                  <a:pt x="0" y="0"/>
                </a:moveTo>
                <a:lnTo>
                  <a:pt x="3756359" y="0"/>
                </a:lnTo>
                <a:lnTo>
                  <a:pt x="3756359" y="4009236"/>
                </a:lnTo>
                <a:lnTo>
                  <a:pt x="0" y="40092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696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13687" y="7995155"/>
            <a:ext cx="34542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</a:t>
            </a:r>
            <a:r>
              <a:rPr lang="en-US" sz="3000" spc="-107">
                <a:solidFill>
                  <a:srgbClr val="004AAD"/>
                </a:solidFill>
                <a:latin typeface="Arimo"/>
                <a:ea typeface="Arimo"/>
                <a:cs typeface="Arimo"/>
                <a:sym typeface="Arimo"/>
              </a:rPr>
              <a:t> PUT</a:t>
            </a:r>
            <a:r>
              <a:rPr lang="en-US" sz="3000" spc="-1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/books/id 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469" y="2274544"/>
            <a:ext cx="470666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200"/>
              </a:lnSpc>
              <a:buFont typeface="Arial"/>
              <a:buChar char="•"/>
            </a:pPr>
            <a:r>
              <a:rPr lang="en-US" sz="3500" spc="-1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도서 수정/삭제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94005" y="2274544"/>
            <a:ext cx="470666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200"/>
              </a:lnSpc>
              <a:buFont typeface="Arial"/>
              <a:buChar char="•"/>
            </a:pPr>
            <a:r>
              <a:rPr lang="en-US" sz="3500" spc="-1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커버/줄거리 생성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54118" y="3029083"/>
            <a:ext cx="7104782" cy="0"/>
          </a:xfrm>
          <a:prstGeom prst="line">
            <a:avLst/>
          </a:prstGeom>
          <a:ln cap="flat" w="38100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8941740" y="3010033"/>
            <a:ext cx="8525155" cy="19050"/>
          </a:xfrm>
          <a:prstGeom prst="line">
            <a:avLst/>
          </a:prstGeom>
          <a:ln cap="flat" w="38100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94796"/>
            <a:ext cx="18288000" cy="4288585"/>
          </a:xfrm>
          <a:custGeom>
            <a:avLst/>
            <a:gdLst/>
            <a:ahLst/>
            <a:cxnLst/>
            <a:rect r="r" b="b" t="t" l="l"/>
            <a:pathLst>
              <a:path h="4288585" w="18288000">
                <a:moveTo>
                  <a:pt x="0" y="0"/>
                </a:moveTo>
                <a:lnTo>
                  <a:pt x="18288000" y="0"/>
                </a:lnTo>
                <a:lnTo>
                  <a:pt x="18288000" y="4288586"/>
                </a:lnTo>
                <a:lnTo>
                  <a:pt x="0" y="42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303185" b="-212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5400891"/>
          </a:xfrm>
          <a:custGeom>
            <a:avLst/>
            <a:gdLst/>
            <a:ahLst/>
            <a:cxnLst/>
            <a:rect r="r" b="b" t="t" l="l"/>
            <a:pathLst>
              <a:path h="5400891" w="18288000">
                <a:moveTo>
                  <a:pt x="0" y="0"/>
                </a:moveTo>
                <a:lnTo>
                  <a:pt x="18288000" y="0"/>
                </a:lnTo>
                <a:lnTo>
                  <a:pt x="18288000" y="5400891"/>
                </a:lnTo>
                <a:lnTo>
                  <a:pt x="0" y="5400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668" r="0" b="-418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23310"/>
            <a:ext cx="18288000" cy="1063690"/>
          </a:xfrm>
          <a:custGeom>
            <a:avLst/>
            <a:gdLst/>
            <a:ahLst/>
            <a:cxnLst/>
            <a:rect r="r" b="b" t="t" l="l"/>
            <a:pathLst>
              <a:path h="1063690" w="18288000">
                <a:moveTo>
                  <a:pt x="0" y="0"/>
                </a:moveTo>
                <a:lnTo>
                  <a:pt x="18288000" y="0"/>
                </a:lnTo>
                <a:lnTo>
                  <a:pt x="18288000" y="1063690"/>
                </a:lnTo>
                <a:lnTo>
                  <a:pt x="0" y="106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4883" r="-1" b="-212234"/>
            </a:stretch>
          </a:blipFill>
        </p:spPr>
      </p:sp>
      <p:sp>
        <p:nvSpPr>
          <p:cNvPr name="AutoShape 5" id="5"/>
          <p:cNvSpPr/>
          <p:nvPr/>
        </p:nvSpPr>
        <p:spPr>
          <a:xfrm rot="2683">
            <a:off x="-7147" y="9755156"/>
            <a:ext cx="18302293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900134" y="9838632"/>
            <a:ext cx="1133606" cy="236122"/>
            <a:chOff x="0" y="0"/>
            <a:chExt cx="1511474" cy="314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474" cy="314830"/>
            </a:xfrm>
            <a:custGeom>
              <a:avLst/>
              <a:gdLst/>
              <a:ahLst/>
              <a:cxnLst/>
              <a:rect r="r" b="b" t="t" l="l"/>
              <a:pathLst>
                <a:path h="314830" w="1511474">
                  <a:moveTo>
                    <a:pt x="0" y="0"/>
                  </a:moveTo>
                  <a:lnTo>
                    <a:pt x="1511474" y="0"/>
                  </a:lnTo>
                  <a:lnTo>
                    <a:pt x="1511474" y="314830"/>
                  </a:lnTo>
                  <a:lnTo>
                    <a:pt x="0" y="31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11474" cy="343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41"/>
                </a:lnSpc>
              </a:pPr>
              <a:r>
                <a:rPr lang="en-US" sz="1534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4261" y="1714293"/>
            <a:ext cx="17779479" cy="7912094"/>
            <a:chOff x="0" y="0"/>
            <a:chExt cx="23705972" cy="10549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05947" cy="10549509"/>
            </a:xfrm>
            <a:custGeom>
              <a:avLst/>
              <a:gdLst/>
              <a:ahLst/>
              <a:cxnLst/>
              <a:rect r="r" b="b" t="t" l="l"/>
              <a:pathLst>
                <a:path h="10549509" w="23705947">
                  <a:moveTo>
                    <a:pt x="0" y="0"/>
                  </a:moveTo>
                  <a:lnTo>
                    <a:pt x="23705947" y="0"/>
                  </a:lnTo>
                  <a:lnTo>
                    <a:pt x="23705947" y="10549509"/>
                  </a:lnTo>
                  <a:lnTo>
                    <a:pt x="0" y="105495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1" id="11"/>
          <p:cNvSpPr/>
          <p:nvPr/>
        </p:nvSpPr>
        <p:spPr>
          <a:xfrm rot="13895">
            <a:off x="-21514" y="1575536"/>
            <a:ext cx="18331020" cy="0"/>
          </a:xfrm>
          <a:prstGeom prst="line">
            <a:avLst/>
          </a:prstGeom>
          <a:ln cap="rnd" w="19050">
            <a:solidFill>
              <a:srgbClr val="02BD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431682" y="189192"/>
            <a:ext cx="1602057" cy="364862"/>
          </a:xfrm>
          <a:custGeom>
            <a:avLst/>
            <a:gdLst/>
            <a:ahLst/>
            <a:cxnLst/>
            <a:rect r="r" b="b" t="t" l="l"/>
            <a:pathLst>
              <a:path h="364862" w="1602057">
                <a:moveTo>
                  <a:pt x="0" y="0"/>
                </a:moveTo>
                <a:lnTo>
                  <a:pt x="1602058" y="0"/>
                </a:lnTo>
                <a:lnTo>
                  <a:pt x="1602058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6050" y="5093227"/>
            <a:ext cx="9686649" cy="1628422"/>
          </a:xfrm>
          <a:custGeom>
            <a:avLst/>
            <a:gdLst/>
            <a:ahLst/>
            <a:cxnLst/>
            <a:rect r="r" b="b" t="t" l="l"/>
            <a:pathLst>
              <a:path h="1628422" w="9686649">
                <a:moveTo>
                  <a:pt x="0" y="0"/>
                </a:moveTo>
                <a:lnTo>
                  <a:pt x="9686650" y="0"/>
                </a:lnTo>
                <a:lnTo>
                  <a:pt x="9686650" y="1628422"/>
                </a:lnTo>
                <a:lnTo>
                  <a:pt x="0" y="1628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277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6050" y="2257726"/>
            <a:ext cx="6958521" cy="2174538"/>
          </a:xfrm>
          <a:custGeom>
            <a:avLst/>
            <a:gdLst/>
            <a:ahLst/>
            <a:cxnLst/>
            <a:rect r="r" b="b" t="t" l="l"/>
            <a:pathLst>
              <a:path h="2174538" w="6958521">
                <a:moveTo>
                  <a:pt x="0" y="0"/>
                </a:moveTo>
                <a:lnTo>
                  <a:pt x="6958521" y="0"/>
                </a:lnTo>
                <a:lnTo>
                  <a:pt x="6958521" y="2174538"/>
                </a:lnTo>
                <a:lnTo>
                  <a:pt x="0" y="2174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6050" y="7473371"/>
            <a:ext cx="9686649" cy="2070521"/>
          </a:xfrm>
          <a:custGeom>
            <a:avLst/>
            <a:gdLst/>
            <a:ahLst/>
            <a:cxnLst/>
            <a:rect r="r" b="b" t="t" l="l"/>
            <a:pathLst>
              <a:path h="2070521" w="9686649">
                <a:moveTo>
                  <a:pt x="0" y="0"/>
                </a:moveTo>
                <a:lnTo>
                  <a:pt x="9686650" y="0"/>
                </a:lnTo>
                <a:lnTo>
                  <a:pt x="9686650" y="2070521"/>
                </a:lnTo>
                <a:lnTo>
                  <a:pt x="0" y="20705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5705" y="9819582"/>
            <a:ext cx="5334856" cy="2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38">
                <a:solidFill>
                  <a:srgbClr val="34AEAA"/>
                </a:solidFill>
                <a:latin typeface="Arimo Bold"/>
                <a:ea typeface="Arimo Bold"/>
                <a:cs typeface="Arimo Bold"/>
                <a:sym typeface="Arimo Bold"/>
              </a:rPr>
              <a:t>KT AIVLE School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6050" y="468271"/>
            <a:ext cx="9987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  <a:r>
              <a:rPr lang="en-US" b="true" sz="4999" spc="-1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. 도서 기반 AI 콘텐츠 생성 파이프라인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6050" y="1739637"/>
            <a:ext cx="746221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GPT 를 활용해 요약생성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6050" y="4521727"/>
            <a:ext cx="102281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요약본을 GPT를 다시 활용해 영어 번역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6050" y="6854246"/>
            <a:ext cx="102281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이미지 프롬프트 작성 (총 3회 호출)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56988" y="1714293"/>
            <a:ext cx="6809948" cy="7967044"/>
            <a:chOff x="0" y="0"/>
            <a:chExt cx="1793567" cy="20983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93567" cy="2098316"/>
            </a:xfrm>
            <a:custGeom>
              <a:avLst/>
              <a:gdLst/>
              <a:ahLst/>
              <a:cxnLst/>
              <a:rect r="r" b="b" t="t" l="l"/>
              <a:pathLst>
                <a:path h="2098316" w="1793567">
                  <a:moveTo>
                    <a:pt x="19327" y="0"/>
                  </a:moveTo>
                  <a:lnTo>
                    <a:pt x="1774240" y="0"/>
                  </a:lnTo>
                  <a:cubicBezTo>
                    <a:pt x="1779366" y="0"/>
                    <a:pt x="1784282" y="2036"/>
                    <a:pt x="1787906" y="5661"/>
                  </a:cubicBezTo>
                  <a:cubicBezTo>
                    <a:pt x="1791531" y="9285"/>
                    <a:pt x="1793567" y="14201"/>
                    <a:pt x="1793567" y="19327"/>
                  </a:cubicBezTo>
                  <a:lnTo>
                    <a:pt x="1793567" y="2078990"/>
                  </a:lnTo>
                  <a:cubicBezTo>
                    <a:pt x="1793567" y="2084115"/>
                    <a:pt x="1791531" y="2089031"/>
                    <a:pt x="1787906" y="2092656"/>
                  </a:cubicBezTo>
                  <a:cubicBezTo>
                    <a:pt x="1784282" y="2096280"/>
                    <a:pt x="1779366" y="2098316"/>
                    <a:pt x="1774240" y="2098316"/>
                  </a:cubicBezTo>
                  <a:lnTo>
                    <a:pt x="19327" y="2098316"/>
                  </a:lnTo>
                  <a:cubicBezTo>
                    <a:pt x="14201" y="2098316"/>
                    <a:pt x="9285" y="2096280"/>
                    <a:pt x="5661" y="2092656"/>
                  </a:cubicBezTo>
                  <a:cubicBezTo>
                    <a:pt x="2036" y="2089031"/>
                    <a:pt x="0" y="2084115"/>
                    <a:pt x="0" y="2078990"/>
                  </a:cubicBezTo>
                  <a:lnTo>
                    <a:pt x="0" y="19327"/>
                  </a:lnTo>
                  <a:cubicBezTo>
                    <a:pt x="0" y="14201"/>
                    <a:pt x="2036" y="9285"/>
                    <a:pt x="5661" y="5661"/>
                  </a:cubicBezTo>
                  <a:cubicBezTo>
                    <a:pt x="9285" y="2036"/>
                    <a:pt x="14201" y="0"/>
                    <a:pt x="19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2BDB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793567" cy="2117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11100463" y="5107515"/>
            <a:ext cx="5979642" cy="0"/>
          </a:xfrm>
          <a:prstGeom prst="line">
            <a:avLst/>
          </a:prstGeom>
          <a:ln cap="flat" w="2857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1150735" y="2602942"/>
            <a:ext cx="5993310" cy="2278017"/>
          </a:xfrm>
          <a:custGeom>
            <a:avLst/>
            <a:gdLst/>
            <a:ahLst/>
            <a:cxnLst/>
            <a:rect r="r" b="b" t="t" l="l"/>
            <a:pathLst>
              <a:path h="2278017" w="5993310">
                <a:moveTo>
                  <a:pt x="0" y="0"/>
                </a:moveTo>
                <a:lnTo>
                  <a:pt x="5993310" y="0"/>
                </a:lnTo>
                <a:lnTo>
                  <a:pt x="5993310" y="2278016"/>
                </a:lnTo>
                <a:lnTo>
                  <a:pt x="0" y="22780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77765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329930" y="7077073"/>
            <a:ext cx="5621252" cy="205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799" spc="-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※ 주의사항</a:t>
            </a:r>
          </a:p>
          <a:p>
            <a:pPr algn="ctr">
              <a:lnSpc>
                <a:spcPts val="5599"/>
              </a:lnSpc>
            </a:pPr>
            <a:r>
              <a:rPr lang="en-US" sz="2799" spc="-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프롬프트가 1000자 이상이 되면</a:t>
            </a:r>
          </a:p>
          <a:p>
            <a:pPr algn="ctr">
              <a:lnSpc>
                <a:spcPts val="5599"/>
              </a:lnSpc>
            </a:pPr>
            <a:r>
              <a:rPr lang="en-US" sz="2799" spc="-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DALL E는 오류가 생김!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36764" y="5292897"/>
            <a:ext cx="5621252" cy="1353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799" spc="-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DALL E 2는 한글을 받을 수 없음!</a:t>
            </a:r>
          </a:p>
          <a:p>
            <a:pPr algn="ctr">
              <a:lnSpc>
                <a:spcPts val="5599"/>
              </a:lnSpc>
            </a:pPr>
            <a:r>
              <a:rPr lang="en-US" sz="2799" spc="-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영어로 번역하는 것은 필수 과정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50735" y="1816857"/>
            <a:ext cx="5979642" cy="64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799" spc="-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아래처럼 웹에 자동으로 요약되어 표현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11100463" y="7097133"/>
            <a:ext cx="5979642" cy="0"/>
          </a:xfrm>
          <a:prstGeom prst="line">
            <a:avLst/>
          </a:prstGeom>
          <a:ln cap="flat" w="2857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6519" y="607309"/>
            <a:ext cx="1971762" cy="364862"/>
          </a:xfrm>
          <a:custGeom>
            <a:avLst/>
            <a:gdLst/>
            <a:ahLst/>
            <a:cxnLst/>
            <a:rect r="r" b="b" t="t" l="l"/>
            <a:pathLst>
              <a:path h="364862" w="1971762">
                <a:moveTo>
                  <a:pt x="0" y="0"/>
                </a:moveTo>
                <a:lnTo>
                  <a:pt x="1971761" y="0"/>
                </a:lnTo>
                <a:lnTo>
                  <a:pt x="1971761" y="364862"/>
                </a:lnTo>
                <a:lnTo>
                  <a:pt x="0" y="364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19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10358" y="5182049"/>
            <a:ext cx="4112058" cy="41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sz="295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</a:p>
        </p:txBody>
      </p:sp>
      <p:sp>
        <p:nvSpPr>
          <p:cNvPr name="Freeform 4" id="4" descr="텍스트, 클립아트이(가) 표시된 사진  자동 생성된 설명"/>
          <p:cNvSpPr/>
          <p:nvPr/>
        </p:nvSpPr>
        <p:spPr>
          <a:xfrm flipH="false" flipV="false" rot="0">
            <a:off x="12078141" y="4361654"/>
            <a:ext cx="3558559" cy="745007"/>
          </a:xfrm>
          <a:custGeom>
            <a:avLst/>
            <a:gdLst/>
            <a:ahLst/>
            <a:cxnLst/>
            <a:rect r="r" b="b" t="t" l="l"/>
            <a:pathLst>
              <a:path h="745007" w="3558559">
                <a:moveTo>
                  <a:pt x="0" y="0"/>
                </a:moveTo>
                <a:lnTo>
                  <a:pt x="3558559" y="0"/>
                </a:lnTo>
                <a:lnTo>
                  <a:pt x="3558559" y="745006"/>
                </a:lnTo>
                <a:lnTo>
                  <a:pt x="0" y="745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07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-36842"/>
            <a:ext cx="18288000" cy="11254154"/>
          </a:xfrm>
          <a:custGeom>
            <a:avLst/>
            <a:gdLst/>
            <a:ahLst/>
            <a:cxnLst/>
            <a:rect r="r" b="b" t="t" l="l"/>
            <a:pathLst>
              <a:path h="11254154" w="18288000">
                <a:moveTo>
                  <a:pt x="0" y="0"/>
                </a:moveTo>
                <a:lnTo>
                  <a:pt x="18288000" y="0"/>
                </a:lnTo>
                <a:lnTo>
                  <a:pt x="18288000" y="11254154"/>
                </a:lnTo>
                <a:lnTo>
                  <a:pt x="0" y="11254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DAGpKPxTeEQ</dc:identifier>
  <dcterms:modified xsi:type="dcterms:W3CDTF">2011-08-01T06:04:30Z</dcterms:modified>
  <cp:revision>1</cp:revision>
  <dc:title>AI_미니프로젝트 4차_결과보고서.pptx</dc:title>
</cp:coreProperties>
</file>